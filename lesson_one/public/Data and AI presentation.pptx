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1" r:id="rId4"/>
    <p:sldId id="257" r:id="rId5"/>
    <p:sldId id="262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90"/>
  </p:normalViewPr>
  <p:slideViewPr>
    <p:cSldViewPr snapToGrid="0">
      <p:cViewPr varScale="1">
        <p:scale>
          <a:sx n="138" d="100"/>
          <a:sy n="138" d="100"/>
        </p:scale>
        <p:origin x="176" y="4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384613-A493-4A01-873E-5BD3769D1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FF319-2BD1-BF86-2D44-BFCA1F109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3" y="643467"/>
            <a:ext cx="7558609" cy="4849909"/>
          </a:xfrm>
        </p:spPr>
        <p:txBody>
          <a:bodyPr anchor="b">
            <a:normAutofit/>
          </a:bodyPr>
          <a:lstStyle/>
          <a:p>
            <a:pPr algn="l"/>
            <a:r>
              <a:rPr lang="en-US" sz="8800"/>
              <a:t>Designing reliable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AAFBD-DCAD-199F-CD38-A801F030E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3" y="5563388"/>
            <a:ext cx="7558609" cy="742279"/>
          </a:xfrm>
        </p:spPr>
        <p:txBody>
          <a:bodyPr>
            <a:normAutofit/>
          </a:bodyPr>
          <a:lstStyle/>
          <a:p>
            <a:pPr algn="l"/>
            <a:r>
              <a:rPr lang="en-US" sz="1800"/>
              <a:t>RFC 9457 &amp; Proper Status Codes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36F18-80E9-4DFA-9C2E-3F8561472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rgbClr val="171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293054-EC89-4CF2-AAEF-B38981E9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9302764" y="0"/>
            <a:ext cx="2889236" cy="6858000"/>
          </a:xfrm>
          <a:custGeom>
            <a:avLst/>
            <a:gdLst>
              <a:gd name="connsiteX0" fmla="*/ 1514461 w 2889236"/>
              <a:gd name="connsiteY0" fmla="*/ 0 h 6858000"/>
              <a:gd name="connsiteX1" fmla="*/ 1291796 w 2889236"/>
              <a:gd name="connsiteY1" fmla="*/ 0 h 6858000"/>
              <a:gd name="connsiteX2" fmla="*/ 1242998 w 2889236"/>
              <a:gd name="connsiteY2" fmla="*/ 0 h 6858000"/>
              <a:gd name="connsiteX3" fmla="*/ 303177 w 2889236"/>
              <a:gd name="connsiteY3" fmla="*/ 0 h 6858000"/>
              <a:gd name="connsiteX4" fmla="*/ 235415 w 2889236"/>
              <a:gd name="connsiteY4" fmla="*/ 0 h 6858000"/>
              <a:gd name="connsiteX5" fmla="*/ 0 w 2889236"/>
              <a:gd name="connsiteY5" fmla="*/ 0 h 6858000"/>
              <a:gd name="connsiteX6" fmla="*/ 0 w 2889236"/>
              <a:gd name="connsiteY6" fmla="*/ 6858000 h 6858000"/>
              <a:gd name="connsiteX7" fmla="*/ 235415 w 2889236"/>
              <a:gd name="connsiteY7" fmla="*/ 6858000 h 6858000"/>
              <a:gd name="connsiteX8" fmla="*/ 303177 w 2889236"/>
              <a:gd name="connsiteY8" fmla="*/ 6858000 h 6858000"/>
              <a:gd name="connsiteX9" fmla="*/ 1242998 w 2889236"/>
              <a:gd name="connsiteY9" fmla="*/ 6858000 h 6858000"/>
              <a:gd name="connsiteX10" fmla="*/ 1291795 w 2889236"/>
              <a:gd name="connsiteY10" fmla="*/ 6858000 h 6858000"/>
              <a:gd name="connsiteX11" fmla="*/ 1514461 w 2889236"/>
              <a:gd name="connsiteY11" fmla="*/ 6858000 h 6858000"/>
              <a:gd name="connsiteX12" fmla="*/ 1541448 w 2889236"/>
              <a:gd name="connsiteY12" fmla="*/ 6770688 h 6858000"/>
              <a:gd name="connsiteX13" fmla="*/ 1566848 w 2889236"/>
              <a:gd name="connsiteY13" fmla="*/ 6683375 h 6858000"/>
              <a:gd name="connsiteX14" fmla="*/ 1592248 w 2889236"/>
              <a:gd name="connsiteY14" fmla="*/ 6594475 h 6858000"/>
              <a:gd name="connsiteX15" fmla="*/ 1614473 w 2889236"/>
              <a:gd name="connsiteY15" fmla="*/ 6503988 h 6858000"/>
              <a:gd name="connsiteX16" fmla="*/ 1641461 w 2889236"/>
              <a:gd name="connsiteY16" fmla="*/ 6416675 h 6858000"/>
              <a:gd name="connsiteX17" fmla="*/ 1670036 w 2889236"/>
              <a:gd name="connsiteY17" fmla="*/ 6332538 h 6858000"/>
              <a:gd name="connsiteX18" fmla="*/ 1706548 w 2889236"/>
              <a:gd name="connsiteY18" fmla="*/ 6253163 h 6858000"/>
              <a:gd name="connsiteX19" fmla="*/ 1749411 w 2889236"/>
              <a:gd name="connsiteY19" fmla="*/ 6180138 h 6858000"/>
              <a:gd name="connsiteX20" fmla="*/ 1797036 w 2889236"/>
              <a:gd name="connsiteY20" fmla="*/ 6118225 h 6858000"/>
              <a:gd name="connsiteX21" fmla="*/ 1849423 w 2889236"/>
              <a:gd name="connsiteY21" fmla="*/ 6059488 h 6858000"/>
              <a:gd name="connsiteX22" fmla="*/ 1909748 w 2889236"/>
              <a:gd name="connsiteY22" fmla="*/ 6005513 h 6858000"/>
              <a:gd name="connsiteX23" fmla="*/ 1973248 w 2889236"/>
              <a:gd name="connsiteY23" fmla="*/ 5951538 h 6858000"/>
              <a:gd name="connsiteX24" fmla="*/ 2039923 w 2889236"/>
              <a:gd name="connsiteY24" fmla="*/ 5900738 h 6858000"/>
              <a:gd name="connsiteX25" fmla="*/ 2106598 w 2889236"/>
              <a:gd name="connsiteY25" fmla="*/ 5849938 h 6858000"/>
              <a:gd name="connsiteX26" fmla="*/ 2174861 w 2889236"/>
              <a:gd name="connsiteY26" fmla="*/ 5797550 h 6858000"/>
              <a:gd name="connsiteX27" fmla="*/ 2239948 w 2889236"/>
              <a:gd name="connsiteY27" fmla="*/ 5746750 h 6858000"/>
              <a:gd name="connsiteX28" fmla="*/ 2301861 w 2889236"/>
              <a:gd name="connsiteY28" fmla="*/ 5692775 h 6858000"/>
              <a:gd name="connsiteX29" fmla="*/ 2359011 w 2889236"/>
              <a:gd name="connsiteY29" fmla="*/ 5634038 h 6858000"/>
              <a:gd name="connsiteX30" fmla="*/ 2411398 w 2889236"/>
              <a:gd name="connsiteY30" fmla="*/ 5575300 h 6858000"/>
              <a:gd name="connsiteX31" fmla="*/ 2454261 w 2889236"/>
              <a:gd name="connsiteY31" fmla="*/ 5511800 h 6858000"/>
              <a:gd name="connsiteX32" fmla="*/ 2490773 w 2889236"/>
              <a:gd name="connsiteY32" fmla="*/ 5440363 h 6858000"/>
              <a:gd name="connsiteX33" fmla="*/ 2512998 w 2889236"/>
              <a:gd name="connsiteY33" fmla="*/ 5370513 h 6858000"/>
              <a:gd name="connsiteX34" fmla="*/ 2527286 w 2889236"/>
              <a:gd name="connsiteY34" fmla="*/ 5292725 h 6858000"/>
              <a:gd name="connsiteX35" fmla="*/ 2533636 w 2889236"/>
              <a:gd name="connsiteY35" fmla="*/ 5216525 h 6858000"/>
              <a:gd name="connsiteX36" fmla="*/ 2532048 w 2889236"/>
              <a:gd name="connsiteY36" fmla="*/ 5135563 h 6858000"/>
              <a:gd name="connsiteX37" fmla="*/ 2525698 w 2889236"/>
              <a:gd name="connsiteY37" fmla="*/ 5054600 h 6858000"/>
              <a:gd name="connsiteX38" fmla="*/ 2517761 w 2889236"/>
              <a:gd name="connsiteY38" fmla="*/ 4970463 h 6858000"/>
              <a:gd name="connsiteX39" fmla="*/ 2506648 w 2889236"/>
              <a:gd name="connsiteY39" fmla="*/ 4886325 h 6858000"/>
              <a:gd name="connsiteX40" fmla="*/ 2493948 w 2889236"/>
              <a:gd name="connsiteY40" fmla="*/ 4802188 h 6858000"/>
              <a:gd name="connsiteX41" fmla="*/ 2484423 w 2889236"/>
              <a:gd name="connsiteY41" fmla="*/ 4718050 h 6858000"/>
              <a:gd name="connsiteX42" fmla="*/ 2478073 w 2889236"/>
              <a:gd name="connsiteY42" fmla="*/ 4633913 h 6858000"/>
              <a:gd name="connsiteX43" fmla="*/ 2473311 w 2889236"/>
              <a:gd name="connsiteY43" fmla="*/ 4552950 h 6858000"/>
              <a:gd name="connsiteX44" fmla="*/ 2478073 w 2889236"/>
              <a:gd name="connsiteY44" fmla="*/ 4473575 h 6858000"/>
              <a:gd name="connsiteX45" fmla="*/ 2487598 w 2889236"/>
              <a:gd name="connsiteY45" fmla="*/ 4395788 h 6858000"/>
              <a:gd name="connsiteX46" fmla="*/ 2508236 w 2889236"/>
              <a:gd name="connsiteY46" fmla="*/ 4314825 h 6858000"/>
              <a:gd name="connsiteX47" fmla="*/ 2539986 w 2889236"/>
              <a:gd name="connsiteY47" fmla="*/ 4235450 h 6858000"/>
              <a:gd name="connsiteX48" fmla="*/ 2578086 w 2889236"/>
              <a:gd name="connsiteY48" fmla="*/ 4156075 h 6858000"/>
              <a:gd name="connsiteX49" fmla="*/ 2620948 w 2889236"/>
              <a:gd name="connsiteY49" fmla="*/ 4076700 h 6858000"/>
              <a:gd name="connsiteX50" fmla="*/ 2665398 w 2889236"/>
              <a:gd name="connsiteY50" fmla="*/ 3998913 h 6858000"/>
              <a:gd name="connsiteX51" fmla="*/ 2713024 w 2889236"/>
              <a:gd name="connsiteY51" fmla="*/ 3919538 h 6858000"/>
              <a:gd name="connsiteX52" fmla="*/ 2755886 w 2889236"/>
              <a:gd name="connsiteY52" fmla="*/ 3840163 h 6858000"/>
              <a:gd name="connsiteX53" fmla="*/ 2798748 w 2889236"/>
              <a:gd name="connsiteY53" fmla="*/ 3759200 h 6858000"/>
              <a:gd name="connsiteX54" fmla="*/ 2835261 w 2889236"/>
              <a:gd name="connsiteY54" fmla="*/ 3678238 h 6858000"/>
              <a:gd name="connsiteX55" fmla="*/ 2863836 w 2889236"/>
              <a:gd name="connsiteY55" fmla="*/ 3597275 h 6858000"/>
              <a:gd name="connsiteX56" fmla="*/ 2879711 w 2889236"/>
              <a:gd name="connsiteY56" fmla="*/ 3514725 h 6858000"/>
              <a:gd name="connsiteX57" fmla="*/ 2889236 w 2889236"/>
              <a:gd name="connsiteY57" fmla="*/ 3429000 h 6858000"/>
              <a:gd name="connsiteX58" fmla="*/ 2879711 w 2889236"/>
              <a:gd name="connsiteY58" fmla="*/ 3343275 h 6858000"/>
              <a:gd name="connsiteX59" fmla="*/ 2863836 w 2889236"/>
              <a:gd name="connsiteY59" fmla="*/ 3260725 h 6858000"/>
              <a:gd name="connsiteX60" fmla="*/ 2835261 w 2889236"/>
              <a:gd name="connsiteY60" fmla="*/ 3179763 h 6858000"/>
              <a:gd name="connsiteX61" fmla="*/ 2798748 w 2889236"/>
              <a:gd name="connsiteY61" fmla="*/ 3098800 h 6858000"/>
              <a:gd name="connsiteX62" fmla="*/ 2755886 w 2889236"/>
              <a:gd name="connsiteY62" fmla="*/ 3017838 h 6858000"/>
              <a:gd name="connsiteX63" fmla="*/ 2713024 w 2889236"/>
              <a:gd name="connsiteY63" fmla="*/ 2938463 h 6858000"/>
              <a:gd name="connsiteX64" fmla="*/ 2665398 w 2889236"/>
              <a:gd name="connsiteY64" fmla="*/ 2859088 h 6858000"/>
              <a:gd name="connsiteX65" fmla="*/ 2620948 w 2889236"/>
              <a:gd name="connsiteY65" fmla="*/ 2781300 h 6858000"/>
              <a:gd name="connsiteX66" fmla="*/ 2578086 w 2889236"/>
              <a:gd name="connsiteY66" fmla="*/ 2701925 h 6858000"/>
              <a:gd name="connsiteX67" fmla="*/ 2539986 w 2889236"/>
              <a:gd name="connsiteY67" fmla="*/ 2622550 h 6858000"/>
              <a:gd name="connsiteX68" fmla="*/ 2508236 w 2889236"/>
              <a:gd name="connsiteY68" fmla="*/ 2543175 h 6858000"/>
              <a:gd name="connsiteX69" fmla="*/ 2487598 w 2889236"/>
              <a:gd name="connsiteY69" fmla="*/ 2462213 h 6858000"/>
              <a:gd name="connsiteX70" fmla="*/ 2478073 w 2889236"/>
              <a:gd name="connsiteY70" fmla="*/ 2384425 h 6858000"/>
              <a:gd name="connsiteX71" fmla="*/ 2473311 w 2889236"/>
              <a:gd name="connsiteY71" fmla="*/ 2305050 h 6858000"/>
              <a:gd name="connsiteX72" fmla="*/ 2478073 w 2889236"/>
              <a:gd name="connsiteY72" fmla="*/ 2224088 h 6858000"/>
              <a:gd name="connsiteX73" fmla="*/ 2484423 w 2889236"/>
              <a:gd name="connsiteY73" fmla="*/ 2139950 h 6858000"/>
              <a:gd name="connsiteX74" fmla="*/ 2493948 w 2889236"/>
              <a:gd name="connsiteY74" fmla="*/ 2055813 h 6858000"/>
              <a:gd name="connsiteX75" fmla="*/ 2506648 w 2889236"/>
              <a:gd name="connsiteY75" fmla="*/ 1971675 h 6858000"/>
              <a:gd name="connsiteX76" fmla="*/ 2517761 w 2889236"/>
              <a:gd name="connsiteY76" fmla="*/ 1887538 h 6858000"/>
              <a:gd name="connsiteX77" fmla="*/ 2525698 w 2889236"/>
              <a:gd name="connsiteY77" fmla="*/ 1803400 h 6858000"/>
              <a:gd name="connsiteX78" fmla="*/ 2532048 w 2889236"/>
              <a:gd name="connsiteY78" fmla="*/ 1722438 h 6858000"/>
              <a:gd name="connsiteX79" fmla="*/ 2533636 w 2889236"/>
              <a:gd name="connsiteY79" fmla="*/ 1641475 h 6858000"/>
              <a:gd name="connsiteX80" fmla="*/ 2527286 w 2889236"/>
              <a:gd name="connsiteY80" fmla="*/ 1565275 h 6858000"/>
              <a:gd name="connsiteX81" fmla="*/ 2512998 w 2889236"/>
              <a:gd name="connsiteY81" fmla="*/ 1487488 h 6858000"/>
              <a:gd name="connsiteX82" fmla="*/ 2490773 w 2889236"/>
              <a:gd name="connsiteY82" fmla="*/ 1417638 h 6858000"/>
              <a:gd name="connsiteX83" fmla="*/ 2454261 w 2889236"/>
              <a:gd name="connsiteY83" fmla="*/ 1346200 h 6858000"/>
              <a:gd name="connsiteX84" fmla="*/ 2411398 w 2889236"/>
              <a:gd name="connsiteY84" fmla="*/ 1282700 h 6858000"/>
              <a:gd name="connsiteX85" fmla="*/ 2359011 w 2889236"/>
              <a:gd name="connsiteY85" fmla="*/ 1223963 h 6858000"/>
              <a:gd name="connsiteX86" fmla="*/ 2301861 w 2889236"/>
              <a:gd name="connsiteY86" fmla="*/ 1165225 h 6858000"/>
              <a:gd name="connsiteX87" fmla="*/ 2239948 w 2889236"/>
              <a:gd name="connsiteY87" fmla="*/ 1111250 h 6858000"/>
              <a:gd name="connsiteX88" fmla="*/ 2174861 w 2889236"/>
              <a:gd name="connsiteY88" fmla="*/ 1060450 h 6858000"/>
              <a:gd name="connsiteX89" fmla="*/ 2106598 w 2889236"/>
              <a:gd name="connsiteY89" fmla="*/ 1008063 h 6858000"/>
              <a:gd name="connsiteX90" fmla="*/ 2039923 w 2889236"/>
              <a:gd name="connsiteY90" fmla="*/ 957263 h 6858000"/>
              <a:gd name="connsiteX91" fmla="*/ 1973248 w 2889236"/>
              <a:gd name="connsiteY91" fmla="*/ 906463 h 6858000"/>
              <a:gd name="connsiteX92" fmla="*/ 1909748 w 2889236"/>
              <a:gd name="connsiteY92" fmla="*/ 852488 h 6858000"/>
              <a:gd name="connsiteX93" fmla="*/ 1849423 w 2889236"/>
              <a:gd name="connsiteY93" fmla="*/ 798513 h 6858000"/>
              <a:gd name="connsiteX94" fmla="*/ 1797036 w 2889236"/>
              <a:gd name="connsiteY94" fmla="*/ 739775 h 6858000"/>
              <a:gd name="connsiteX95" fmla="*/ 1749411 w 2889236"/>
              <a:gd name="connsiteY95" fmla="*/ 677863 h 6858000"/>
              <a:gd name="connsiteX96" fmla="*/ 1706548 w 2889236"/>
              <a:gd name="connsiteY96" fmla="*/ 604838 h 6858000"/>
              <a:gd name="connsiteX97" fmla="*/ 1670036 w 2889236"/>
              <a:gd name="connsiteY97" fmla="*/ 525463 h 6858000"/>
              <a:gd name="connsiteX98" fmla="*/ 1641461 w 2889236"/>
              <a:gd name="connsiteY98" fmla="*/ 441325 h 6858000"/>
              <a:gd name="connsiteX99" fmla="*/ 1614473 w 2889236"/>
              <a:gd name="connsiteY99" fmla="*/ 354013 h 6858000"/>
              <a:gd name="connsiteX100" fmla="*/ 1592248 w 2889236"/>
              <a:gd name="connsiteY100" fmla="*/ 263525 h 6858000"/>
              <a:gd name="connsiteX101" fmla="*/ 1566848 w 2889236"/>
              <a:gd name="connsiteY101" fmla="*/ 174625 h 6858000"/>
              <a:gd name="connsiteX102" fmla="*/ 1541448 w 2889236"/>
              <a:gd name="connsiteY102" fmla="*/ 873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889236" h="6858000">
                <a:moveTo>
                  <a:pt x="1514461" y="0"/>
                </a:moveTo>
                <a:lnTo>
                  <a:pt x="1291796" y="0"/>
                </a:lnTo>
                <a:lnTo>
                  <a:pt x="1242998" y="0"/>
                </a:lnTo>
                <a:lnTo>
                  <a:pt x="303177" y="0"/>
                </a:lnTo>
                <a:lnTo>
                  <a:pt x="235415" y="0"/>
                </a:lnTo>
                <a:lnTo>
                  <a:pt x="0" y="0"/>
                </a:lnTo>
                <a:lnTo>
                  <a:pt x="0" y="6858000"/>
                </a:lnTo>
                <a:lnTo>
                  <a:pt x="235415" y="6858000"/>
                </a:lnTo>
                <a:lnTo>
                  <a:pt x="303177" y="6858000"/>
                </a:lnTo>
                <a:lnTo>
                  <a:pt x="1242998" y="6858000"/>
                </a:lnTo>
                <a:lnTo>
                  <a:pt x="1291795" y="6858000"/>
                </a:lnTo>
                <a:lnTo>
                  <a:pt x="1514461" y="6858000"/>
                </a:lnTo>
                <a:lnTo>
                  <a:pt x="1541448" y="6770688"/>
                </a:lnTo>
                <a:lnTo>
                  <a:pt x="1566848" y="6683375"/>
                </a:lnTo>
                <a:lnTo>
                  <a:pt x="1592248" y="6594475"/>
                </a:lnTo>
                <a:lnTo>
                  <a:pt x="1614473" y="6503988"/>
                </a:lnTo>
                <a:lnTo>
                  <a:pt x="1641461" y="6416675"/>
                </a:lnTo>
                <a:lnTo>
                  <a:pt x="1670036" y="6332538"/>
                </a:lnTo>
                <a:lnTo>
                  <a:pt x="1706548" y="6253163"/>
                </a:lnTo>
                <a:lnTo>
                  <a:pt x="1749411" y="6180138"/>
                </a:lnTo>
                <a:lnTo>
                  <a:pt x="1797036" y="6118225"/>
                </a:lnTo>
                <a:lnTo>
                  <a:pt x="1849423" y="6059488"/>
                </a:lnTo>
                <a:lnTo>
                  <a:pt x="1909748" y="6005513"/>
                </a:lnTo>
                <a:lnTo>
                  <a:pt x="1973248" y="5951538"/>
                </a:lnTo>
                <a:lnTo>
                  <a:pt x="2039923" y="5900738"/>
                </a:lnTo>
                <a:lnTo>
                  <a:pt x="2106598" y="5849938"/>
                </a:lnTo>
                <a:lnTo>
                  <a:pt x="2174861" y="5797550"/>
                </a:lnTo>
                <a:lnTo>
                  <a:pt x="2239948" y="5746750"/>
                </a:lnTo>
                <a:lnTo>
                  <a:pt x="2301861" y="5692775"/>
                </a:lnTo>
                <a:lnTo>
                  <a:pt x="2359011" y="5634038"/>
                </a:lnTo>
                <a:lnTo>
                  <a:pt x="2411398" y="5575300"/>
                </a:lnTo>
                <a:lnTo>
                  <a:pt x="2454261" y="5511800"/>
                </a:lnTo>
                <a:lnTo>
                  <a:pt x="2490773" y="5440363"/>
                </a:lnTo>
                <a:lnTo>
                  <a:pt x="2512998" y="5370513"/>
                </a:lnTo>
                <a:lnTo>
                  <a:pt x="2527286" y="5292725"/>
                </a:lnTo>
                <a:lnTo>
                  <a:pt x="2533636" y="5216525"/>
                </a:lnTo>
                <a:lnTo>
                  <a:pt x="2532048" y="5135563"/>
                </a:lnTo>
                <a:lnTo>
                  <a:pt x="2525698" y="5054600"/>
                </a:lnTo>
                <a:lnTo>
                  <a:pt x="2517761" y="4970463"/>
                </a:lnTo>
                <a:lnTo>
                  <a:pt x="2506648" y="4886325"/>
                </a:lnTo>
                <a:lnTo>
                  <a:pt x="2493948" y="4802188"/>
                </a:lnTo>
                <a:lnTo>
                  <a:pt x="2484423" y="4718050"/>
                </a:lnTo>
                <a:lnTo>
                  <a:pt x="2478073" y="4633913"/>
                </a:lnTo>
                <a:lnTo>
                  <a:pt x="2473311" y="4552950"/>
                </a:lnTo>
                <a:lnTo>
                  <a:pt x="2478073" y="4473575"/>
                </a:lnTo>
                <a:lnTo>
                  <a:pt x="2487598" y="4395788"/>
                </a:lnTo>
                <a:lnTo>
                  <a:pt x="2508236" y="4314825"/>
                </a:lnTo>
                <a:lnTo>
                  <a:pt x="2539986" y="4235450"/>
                </a:lnTo>
                <a:lnTo>
                  <a:pt x="2578086" y="4156075"/>
                </a:lnTo>
                <a:lnTo>
                  <a:pt x="2620948" y="4076700"/>
                </a:lnTo>
                <a:lnTo>
                  <a:pt x="2665398" y="3998913"/>
                </a:lnTo>
                <a:lnTo>
                  <a:pt x="2713024" y="3919538"/>
                </a:lnTo>
                <a:lnTo>
                  <a:pt x="2755886" y="3840163"/>
                </a:lnTo>
                <a:lnTo>
                  <a:pt x="2798748" y="3759200"/>
                </a:lnTo>
                <a:lnTo>
                  <a:pt x="2835261" y="3678238"/>
                </a:lnTo>
                <a:lnTo>
                  <a:pt x="2863836" y="3597275"/>
                </a:lnTo>
                <a:lnTo>
                  <a:pt x="2879711" y="3514725"/>
                </a:lnTo>
                <a:lnTo>
                  <a:pt x="2889236" y="3429000"/>
                </a:lnTo>
                <a:lnTo>
                  <a:pt x="2879711" y="3343275"/>
                </a:lnTo>
                <a:lnTo>
                  <a:pt x="2863836" y="3260725"/>
                </a:lnTo>
                <a:lnTo>
                  <a:pt x="2835261" y="3179763"/>
                </a:lnTo>
                <a:lnTo>
                  <a:pt x="2798748" y="3098800"/>
                </a:lnTo>
                <a:lnTo>
                  <a:pt x="2755886" y="3017838"/>
                </a:lnTo>
                <a:lnTo>
                  <a:pt x="2713024" y="2938463"/>
                </a:lnTo>
                <a:lnTo>
                  <a:pt x="2665398" y="2859088"/>
                </a:lnTo>
                <a:lnTo>
                  <a:pt x="2620948" y="2781300"/>
                </a:lnTo>
                <a:lnTo>
                  <a:pt x="2578086" y="2701925"/>
                </a:lnTo>
                <a:lnTo>
                  <a:pt x="2539986" y="2622550"/>
                </a:lnTo>
                <a:lnTo>
                  <a:pt x="2508236" y="2543175"/>
                </a:lnTo>
                <a:lnTo>
                  <a:pt x="2487598" y="2462213"/>
                </a:lnTo>
                <a:lnTo>
                  <a:pt x="2478073" y="2384425"/>
                </a:lnTo>
                <a:lnTo>
                  <a:pt x="2473311" y="2305050"/>
                </a:lnTo>
                <a:lnTo>
                  <a:pt x="2478073" y="2224088"/>
                </a:lnTo>
                <a:lnTo>
                  <a:pt x="2484423" y="2139950"/>
                </a:lnTo>
                <a:lnTo>
                  <a:pt x="2493948" y="2055813"/>
                </a:lnTo>
                <a:lnTo>
                  <a:pt x="2506648" y="1971675"/>
                </a:lnTo>
                <a:lnTo>
                  <a:pt x="2517761" y="1887538"/>
                </a:lnTo>
                <a:lnTo>
                  <a:pt x="2525698" y="1803400"/>
                </a:lnTo>
                <a:lnTo>
                  <a:pt x="2532048" y="1722438"/>
                </a:lnTo>
                <a:lnTo>
                  <a:pt x="2533636" y="1641475"/>
                </a:lnTo>
                <a:lnTo>
                  <a:pt x="2527286" y="1565275"/>
                </a:lnTo>
                <a:lnTo>
                  <a:pt x="2512998" y="1487488"/>
                </a:lnTo>
                <a:lnTo>
                  <a:pt x="2490773" y="1417638"/>
                </a:lnTo>
                <a:lnTo>
                  <a:pt x="2454261" y="1346200"/>
                </a:lnTo>
                <a:lnTo>
                  <a:pt x="2411398" y="1282700"/>
                </a:lnTo>
                <a:lnTo>
                  <a:pt x="2359011" y="1223963"/>
                </a:lnTo>
                <a:lnTo>
                  <a:pt x="2301861" y="1165225"/>
                </a:lnTo>
                <a:lnTo>
                  <a:pt x="2239948" y="1111250"/>
                </a:lnTo>
                <a:lnTo>
                  <a:pt x="2174861" y="1060450"/>
                </a:lnTo>
                <a:lnTo>
                  <a:pt x="2106598" y="1008063"/>
                </a:lnTo>
                <a:lnTo>
                  <a:pt x="2039923" y="957263"/>
                </a:lnTo>
                <a:lnTo>
                  <a:pt x="1973248" y="906463"/>
                </a:lnTo>
                <a:lnTo>
                  <a:pt x="1909748" y="852488"/>
                </a:lnTo>
                <a:lnTo>
                  <a:pt x="1849423" y="798513"/>
                </a:lnTo>
                <a:lnTo>
                  <a:pt x="1797036" y="739775"/>
                </a:lnTo>
                <a:lnTo>
                  <a:pt x="1749411" y="677863"/>
                </a:lnTo>
                <a:lnTo>
                  <a:pt x="1706548" y="604838"/>
                </a:lnTo>
                <a:lnTo>
                  <a:pt x="1670036" y="525463"/>
                </a:lnTo>
                <a:lnTo>
                  <a:pt x="1641461" y="441325"/>
                </a:lnTo>
                <a:lnTo>
                  <a:pt x="1614473" y="354013"/>
                </a:lnTo>
                <a:lnTo>
                  <a:pt x="1592248" y="263525"/>
                </a:lnTo>
                <a:lnTo>
                  <a:pt x="1566848" y="174625"/>
                </a:lnTo>
                <a:lnTo>
                  <a:pt x="1541448" y="87313"/>
                </a:lnTo>
                <a:close/>
              </a:path>
            </a:pathLst>
          </a:custGeom>
          <a:solidFill>
            <a:srgbClr val="171624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85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5F4BE-0E37-1CB5-BD03-32F772B3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>
            <a:extLst>
              <a:ext uri="{FF2B5EF4-FFF2-40B4-BE49-F238E27FC236}">
                <a16:creationId xmlns:a16="http://schemas.microsoft.com/office/drawing/2014/main" id="{BB8C1D0E-0B06-46C9-A8BD-A8E13FF9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1ADC4A-8537-4084-99C7-F8D378A64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5DEDD7-7B31-4EF1-B7C7-5AEE3208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F4A2B-9A4E-2693-B657-FB575506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9" y="954923"/>
            <a:ext cx="5875694" cy="4504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spc="800" dirty="0"/>
              <a:t>FAILED SUCCESSFULLY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4A7CC7-3B67-4102-B852-8EDCC048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57" y="5572664"/>
            <a:ext cx="5877385" cy="8418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endParaRPr lang="en-US" sz="1700" b="1" cap="all" spc="400" dirty="0">
              <a:solidFill>
                <a:schemeClr val="bg2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242CC7A-3D6E-47A4-B9D1-86097845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6174" y="0"/>
            <a:ext cx="5282519" cy="6858000"/>
          </a:xfrm>
          <a:custGeom>
            <a:avLst/>
            <a:gdLst>
              <a:gd name="connsiteX0" fmla="*/ 189795 w 5282519"/>
              <a:gd name="connsiteY0" fmla="*/ 0 h 6858000"/>
              <a:gd name="connsiteX1" fmla="*/ 5282519 w 5282519"/>
              <a:gd name="connsiteY1" fmla="*/ 0 h 6858000"/>
              <a:gd name="connsiteX2" fmla="*/ 5282519 w 5282519"/>
              <a:gd name="connsiteY2" fmla="*/ 6858000 h 6858000"/>
              <a:gd name="connsiteX3" fmla="*/ 189795 w 5282519"/>
              <a:gd name="connsiteY3" fmla="*/ 6858000 h 6858000"/>
              <a:gd name="connsiteX4" fmla="*/ 184756 w 5282519"/>
              <a:gd name="connsiteY4" fmla="*/ 6791325 h 6858000"/>
              <a:gd name="connsiteX5" fmla="*/ 176358 w 5282519"/>
              <a:gd name="connsiteY5" fmla="*/ 6735762 h 6858000"/>
              <a:gd name="connsiteX6" fmla="*/ 166281 w 5282519"/>
              <a:gd name="connsiteY6" fmla="*/ 6683375 h 6858000"/>
              <a:gd name="connsiteX7" fmla="*/ 149485 w 5282519"/>
              <a:gd name="connsiteY7" fmla="*/ 6640512 h 6858000"/>
              <a:gd name="connsiteX8" fmla="*/ 132689 w 5282519"/>
              <a:gd name="connsiteY8" fmla="*/ 6597650 h 6858000"/>
              <a:gd name="connsiteX9" fmla="*/ 112534 w 5282519"/>
              <a:gd name="connsiteY9" fmla="*/ 6561137 h 6858000"/>
              <a:gd name="connsiteX10" fmla="*/ 92379 w 5282519"/>
              <a:gd name="connsiteY10" fmla="*/ 6523037 h 6858000"/>
              <a:gd name="connsiteX11" fmla="*/ 73903 w 5282519"/>
              <a:gd name="connsiteY11" fmla="*/ 6488112 h 6858000"/>
              <a:gd name="connsiteX12" fmla="*/ 55427 w 5282519"/>
              <a:gd name="connsiteY12" fmla="*/ 6448425 h 6858000"/>
              <a:gd name="connsiteX13" fmla="*/ 38632 w 5282519"/>
              <a:gd name="connsiteY13" fmla="*/ 6407150 h 6858000"/>
              <a:gd name="connsiteX14" fmla="*/ 23515 w 5282519"/>
              <a:gd name="connsiteY14" fmla="*/ 6361112 h 6858000"/>
              <a:gd name="connsiteX15" fmla="*/ 11758 w 5282519"/>
              <a:gd name="connsiteY15" fmla="*/ 6311900 h 6858000"/>
              <a:gd name="connsiteX16" fmla="*/ 3359 w 5282519"/>
              <a:gd name="connsiteY16" fmla="*/ 6251575 h 6858000"/>
              <a:gd name="connsiteX17" fmla="*/ 0 w 5282519"/>
              <a:gd name="connsiteY17" fmla="*/ 6183312 h 6858000"/>
              <a:gd name="connsiteX18" fmla="*/ 3359 w 5282519"/>
              <a:gd name="connsiteY18" fmla="*/ 6113462 h 6858000"/>
              <a:gd name="connsiteX19" fmla="*/ 11758 w 5282519"/>
              <a:gd name="connsiteY19" fmla="*/ 6056312 h 6858000"/>
              <a:gd name="connsiteX20" fmla="*/ 23515 w 5282519"/>
              <a:gd name="connsiteY20" fmla="*/ 6003925 h 6858000"/>
              <a:gd name="connsiteX21" fmla="*/ 38632 w 5282519"/>
              <a:gd name="connsiteY21" fmla="*/ 5956300 h 6858000"/>
              <a:gd name="connsiteX22" fmla="*/ 55427 w 5282519"/>
              <a:gd name="connsiteY22" fmla="*/ 5915025 h 6858000"/>
              <a:gd name="connsiteX23" fmla="*/ 75583 w 5282519"/>
              <a:gd name="connsiteY23" fmla="*/ 5876925 h 6858000"/>
              <a:gd name="connsiteX24" fmla="*/ 95738 w 5282519"/>
              <a:gd name="connsiteY24" fmla="*/ 5840412 h 6858000"/>
              <a:gd name="connsiteX25" fmla="*/ 115893 w 5282519"/>
              <a:gd name="connsiteY25" fmla="*/ 5802312 h 6858000"/>
              <a:gd name="connsiteX26" fmla="*/ 134368 w 5282519"/>
              <a:gd name="connsiteY26" fmla="*/ 5762625 h 6858000"/>
              <a:gd name="connsiteX27" fmla="*/ 152844 w 5282519"/>
              <a:gd name="connsiteY27" fmla="*/ 5721350 h 6858000"/>
              <a:gd name="connsiteX28" fmla="*/ 167960 w 5282519"/>
              <a:gd name="connsiteY28" fmla="*/ 5675312 h 6858000"/>
              <a:gd name="connsiteX29" fmla="*/ 178038 w 5282519"/>
              <a:gd name="connsiteY29" fmla="*/ 5622925 h 6858000"/>
              <a:gd name="connsiteX30" fmla="*/ 188115 w 5282519"/>
              <a:gd name="connsiteY30" fmla="*/ 5562600 h 6858000"/>
              <a:gd name="connsiteX31" fmla="*/ 189795 w 5282519"/>
              <a:gd name="connsiteY31" fmla="*/ 5494337 h 6858000"/>
              <a:gd name="connsiteX32" fmla="*/ 188115 w 5282519"/>
              <a:gd name="connsiteY32" fmla="*/ 5426075 h 6858000"/>
              <a:gd name="connsiteX33" fmla="*/ 178038 w 5282519"/>
              <a:gd name="connsiteY33" fmla="*/ 5365750 h 6858000"/>
              <a:gd name="connsiteX34" fmla="*/ 167960 w 5282519"/>
              <a:gd name="connsiteY34" fmla="*/ 5313362 h 6858000"/>
              <a:gd name="connsiteX35" fmla="*/ 152844 w 5282519"/>
              <a:gd name="connsiteY35" fmla="*/ 5268912 h 6858000"/>
              <a:gd name="connsiteX36" fmla="*/ 134368 w 5282519"/>
              <a:gd name="connsiteY36" fmla="*/ 5226050 h 6858000"/>
              <a:gd name="connsiteX37" fmla="*/ 115893 w 5282519"/>
              <a:gd name="connsiteY37" fmla="*/ 5186362 h 6858000"/>
              <a:gd name="connsiteX38" fmla="*/ 95738 w 5282519"/>
              <a:gd name="connsiteY38" fmla="*/ 5149850 h 6858000"/>
              <a:gd name="connsiteX39" fmla="*/ 75583 w 5282519"/>
              <a:gd name="connsiteY39" fmla="*/ 5114925 h 6858000"/>
              <a:gd name="connsiteX40" fmla="*/ 55427 w 5282519"/>
              <a:gd name="connsiteY40" fmla="*/ 5075237 h 6858000"/>
              <a:gd name="connsiteX41" fmla="*/ 38632 w 5282519"/>
              <a:gd name="connsiteY41" fmla="*/ 5033962 h 6858000"/>
              <a:gd name="connsiteX42" fmla="*/ 23515 w 5282519"/>
              <a:gd name="connsiteY42" fmla="*/ 4987925 h 6858000"/>
              <a:gd name="connsiteX43" fmla="*/ 11758 w 5282519"/>
              <a:gd name="connsiteY43" fmla="*/ 4935537 h 6858000"/>
              <a:gd name="connsiteX44" fmla="*/ 3359 w 5282519"/>
              <a:gd name="connsiteY44" fmla="*/ 4875212 h 6858000"/>
              <a:gd name="connsiteX45" fmla="*/ 0 w 5282519"/>
              <a:gd name="connsiteY45" fmla="*/ 4806950 h 6858000"/>
              <a:gd name="connsiteX46" fmla="*/ 3359 w 5282519"/>
              <a:gd name="connsiteY46" fmla="*/ 4738687 h 6858000"/>
              <a:gd name="connsiteX47" fmla="*/ 11758 w 5282519"/>
              <a:gd name="connsiteY47" fmla="*/ 4678362 h 6858000"/>
              <a:gd name="connsiteX48" fmla="*/ 23515 w 5282519"/>
              <a:gd name="connsiteY48" fmla="*/ 4625975 h 6858000"/>
              <a:gd name="connsiteX49" fmla="*/ 38632 w 5282519"/>
              <a:gd name="connsiteY49" fmla="*/ 4579937 h 6858000"/>
              <a:gd name="connsiteX50" fmla="*/ 55427 w 5282519"/>
              <a:gd name="connsiteY50" fmla="*/ 4537075 h 6858000"/>
              <a:gd name="connsiteX51" fmla="*/ 75583 w 5282519"/>
              <a:gd name="connsiteY51" fmla="*/ 4498975 h 6858000"/>
              <a:gd name="connsiteX52" fmla="*/ 115893 w 5282519"/>
              <a:gd name="connsiteY52" fmla="*/ 4424362 h 6858000"/>
              <a:gd name="connsiteX53" fmla="*/ 134368 w 5282519"/>
              <a:gd name="connsiteY53" fmla="*/ 4386262 h 6858000"/>
              <a:gd name="connsiteX54" fmla="*/ 152844 w 5282519"/>
              <a:gd name="connsiteY54" fmla="*/ 4343400 h 6858000"/>
              <a:gd name="connsiteX55" fmla="*/ 167960 w 5282519"/>
              <a:gd name="connsiteY55" fmla="*/ 4297362 h 6858000"/>
              <a:gd name="connsiteX56" fmla="*/ 178038 w 5282519"/>
              <a:gd name="connsiteY56" fmla="*/ 4244975 h 6858000"/>
              <a:gd name="connsiteX57" fmla="*/ 188115 w 5282519"/>
              <a:gd name="connsiteY57" fmla="*/ 4186237 h 6858000"/>
              <a:gd name="connsiteX58" fmla="*/ 189795 w 5282519"/>
              <a:gd name="connsiteY58" fmla="*/ 4116387 h 6858000"/>
              <a:gd name="connsiteX59" fmla="*/ 188115 w 5282519"/>
              <a:gd name="connsiteY59" fmla="*/ 4048125 h 6858000"/>
              <a:gd name="connsiteX60" fmla="*/ 178038 w 5282519"/>
              <a:gd name="connsiteY60" fmla="*/ 3987800 h 6858000"/>
              <a:gd name="connsiteX61" fmla="*/ 167960 w 5282519"/>
              <a:gd name="connsiteY61" fmla="*/ 3935412 h 6858000"/>
              <a:gd name="connsiteX62" fmla="*/ 152844 w 5282519"/>
              <a:gd name="connsiteY62" fmla="*/ 3890962 h 6858000"/>
              <a:gd name="connsiteX63" fmla="*/ 134368 w 5282519"/>
              <a:gd name="connsiteY63" fmla="*/ 3848100 h 6858000"/>
              <a:gd name="connsiteX64" fmla="*/ 115893 w 5282519"/>
              <a:gd name="connsiteY64" fmla="*/ 3811587 h 6858000"/>
              <a:gd name="connsiteX65" fmla="*/ 75583 w 5282519"/>
              <a:gd name="connsiteY65" fmla="*/ 3736975 h 6858000"/>
              <a:gd name="connsiteX66" fmla="*/ 55427 w 5282519"/>
              <a:gd name="connsiteY66" fmla="*/ 3697287 h 6858000"/>
              <a:gd name="connsiteX67" fmla="*/ 38632 w 5282519"/>
              <a:gd name="connsiteY67" fmla="*/ 3656012 h 6858000"/>
              <a:gd name="connsiteX68" fmla="*/ 23515 w 5282519"/>
              <a:gd name="connsiteY68" fmla="*/ 3609975 h 6858000"/>
              <a:gd name="connsiteX69" fmla="*/ 11758 w 5282519"/>
              <a:gd name="connsiteY69" fmla="*/ 3557587 h 6858000"/>
              <a:gd name="connsiteX70" fmla="*/ 3359 w 5282519"/>
              <a:gd name="connsiteY70" fmla="*/ 3497262 h 6858000"/>
              <a:gd name="connsiteX71" fmla="*/ 0 w 5282519"/>
              <a:gd name="connsiteY71" fmla="*/ 3427412 h 6858000"/>
              <a:gd name="connsiteX72" fmla="*/ 3359 w 5282519"/>
              <a:gd name="connsiteY72" fmla="*/ 3360737 h 6858000"/>
              <a:gd name="connsiteX73" fmla="*/ 11758 w 5282519"/>
              <a:gd name="connsiteY73" fmla="*/ 3300412 h 6858000"/>
              <a:gd name="connsiteX74" fmla="*/ 23515 w 5282519"/>
              <a:gd name="connsiteY74" fmla="*/ 3248025 h 6858000"/>
              <a:gd name="connsiteX75" fmla="*/ 38632 w 5282519"/>
              <a:gd name="connsiteY75" fmla="*/ 3201987 h 6858000"/>
              <a:gd name="connsiteX76" fmla="*/ 55427 w 5282519"/>
              <a:gd name="connsiteY76" fmla="*/ 3160712 h 6858000"/>
              <a:gd name="connsiteX77" fmla="*/ 75583 w 5282519"/>
              <a:gd name="connsiteY77" fmla="*/ 3121025 h 6858000"/>
              <a:gd name="connsiteX78" fmla="*/ 95738 w 5282519"/>
              <a:gd name="connsiteY78" fmla="*/ 3084512 h 6858000"/>
              <a:gd name="connsiteX79" fmla="*/ 115893 w 5282519"/>
              <a:gd name="connsiteY79" fmla="*/ 3046412 h 6858000"/>
              <a:gd name="connsiteX80" fmla="*/ 134368 w 5282519"/>
              <a:gd name="connsiteY80" fmla="*/ 3009900 h 6858000"/>
              <a:gd name="connsiteX81" fmla="*/ 152844 w 5282519"/>
              <a:gd name="connsiteY81" fmla="*/ 2967037 h 6858000"/>
              <a:gd name="connsiteX82" fmla="*/ 167960 w 5282519"/>
              <a:gd name="connsiteY82" fmla="*/ 2922587 h 6858000"/>
              <a:gd name="connsiteX83" fmla="*/ 178038 w 5282519"/>
              <a:gd name="connsiteY83" fmla="*/ 2868612 h 6858000"/>
              <a:gd name="connsiteX84" fmla="*/ 188115 w 5282519"/>
              <a:gd name="connsiteY84" fmla="*/ 2809875 h 6858000"/>
              <a:gd name="connsiteX85" fmla="*/ 189795 w 5282519"/>
              <a:gd name="connsiteY85" fmla="*/ 2741612 h 6858000"/>
              <a:gd name="connsiteX86" fmla="*/ 188115 w 5282519"/>
              <a:gd name="connsiteY86" fmla="*/ 2671762 h 6858000"/>
              <a:gd name="connsiteX87" fmla="*/ 178038 w 5282519"/>
              <a:gd name="connsiteY87" fmla="*/ 2613025 h 6858000"/>
              <a:gd name="connsiteX88" fmla="*/ 167960 w 5282519"/>
              <a:gd name="connsiteY88" fmla="*/ 2560637 h 6858000"/>
              <a:gd name="connsiteX89" fmla="*/ 152844 w 5282519"/>
              <a:gd name="connsiteY89" fmla="*/ 2513012 h 6858000"/>
              <a:gd name="connsiteX90" fmla="*/ 134368 w 5282519"/>
              <a:gd name="connsiteY90" fmla="*/ 2471737 h 6858000"/>
              <a:gd name="connsiteX91" fmla="*/ 115893 w 5282519"/>
              <a:gd name="connsiteY91" fmla="*/ 2433637 h 6858000"/>
              <a:gd name="connsiteX92" fmla="*/ 95738 w 5282519"/>
              <a:gd name="connsiteY92" fmla="*/ 2395537 h 6858000"/>
              <a:gd name="connsiteX93" fmla="*/ 75583 w 5282519"/>
              <a:gd name="connsiteY93" fmla="*/ 2359025 h 6858000"/>
              <a:gd name="connsiteX94" fmla="*/ 55427 w 5282519"/>
              <a:gd name="connsiteY94" fmla="*/ 2319337 h 6858000"/>
              <a:gd name="connsiteX95" fmla="*/ 38632 w 5282519"/>
              <a:gd name="connsiteY95" fmla="*/ 2278062 h 6858000"/>
              <a:gd name="connsiteX96" fmla="*/ 23515 w 5282519"/>
              <a:gd name="connsiteY96" fmla="*/ 2232025 h 6858000"/>
              <a:gd name="connsiteX97" fmla="*/ 11758 w 5282519"/>
              <a:gd name="connsiteY97" fmla="*/ 2179637 h 6858000"/>
              <a:gd name="connsiteX98" fmla="*/ 3359 w 5282519"/>
              <a:gd name="connsiteY98" fmla="*/ 2119312 h 6858000"/>
              <a:gd name="connsiteX99" fmla="*/ 0 w 5282519"/>
              <a:gd name="connsiteY99" fmla="*/ 2051050 h 6858000"/>
              <a:gd name="connsiteX100" fmla="*/ 3359 w 5282519"/>
              <a:gd name="connsiteY100" fmla="*/ 1982787 h 6858000"/>
              <a:gd name="connsiteX101" fmla="*/ 11758 w 5282519"/>
              <a:gd name="connsiteY101" fmla="*/ 1922462 h 6858000"/>
              <a:gd name="connsiteX102" fmla="*/ 23515 w 5282519"/>
              <a:gd name="connsiteY102" fmla="*/ 1870075 h 6858000"/>
              <a:gd name="connsiteX103" fmla="*/ 38632 w 5282519"/>
              <a:gd name="connsiteY103" fmla="*/ 1824037 h 6858000"/>
              <a:gd name="connsiteX104" fmla="*/ 55427 w 5282519"/>
              <a:gd name="connsiteY104" fmla="*/ 1782762 h 6858000"/>
              <a:gd name="connsiteX105" fmla="*/ 75583 w 5282519"/>
              <a:gd name="connsiteY105" fmla="*/ 1743075 h 6858000"/>
              <a:gd name="connsiteX106" fmla="*/ 95738 w 5282519"/>
              <a:gd name="connsiteY106" fmla="*/ 1708150 h 6858000"/>
              <a:gd name="connsiteX107" fmla="*/ 115893 w 5282519"/>
              <a:gd name="connsiteY107" fmla="*/ 1671637 h 6858000"/>
              <a:gd name="connsiteX108" fmla="*/ 134368 w 5282519"/>
              <a:gd name="connsiteY108" fmla="*/ 1631950 h 6858000"/>
              <a:gd name="connsiteX109" fmla="*/ 152844 w 5282519"/>
              <a:gd name="connsiteY109" fmla="*/ 1589087 h 6858000"/>
              <a:gd name="connsiteX110" fmla="*/ 167960 w 5282519"/>
              <a:gd name="connsiteY110" fmla="*/ 1544637 h 6858000"/>
              <a:gd name="connsiteX111" fmla="*/ 178038 w 5282519"/>
              <a:gd name="connsiteY111" fmla="*/ 1492250 h 6858000"/>
              <a:gd name="connsiteX112" fmla="*/ 188115 w 5282519"/>
              <a:gd name="connsiteY112" fmla="*/ 1431925 h 6858000"/>
              <a:gd name="connsiteX113" fmla="*/ 189795 w 5282519"/>
              <a:gd name="connsiteY113" fmla="*/ 1363662 h 6858000"/>
              <a:gd name="connsiteX114" fmla="*/ 188115 w 5282519"/>
              <a:gd name="connsiteY114" fmla="*/ 1295400 h 6858000"/>
              <a:gd name="connsiteX115" fmla="*/ 178038 w 5282519"/>
              <a:gd name="connsiteY115" fmla="*/ 1235075 h 6858000"/>
              <a:gd name="connsiteX116" fmla="*/ 167960 w 5282519"/>
              <a:gd name="connsiteY116" fmla="*/ 1182687 h 6858000"/>
              <a:gd name="connsiteX117" fmla="*/ 152844 w 5282519"/>
              <a:gd name="connsiteY117" fmla="*/ 1136650 h 6858000"/>
              <a:gd name="connsiteX118" fmla="*/ 134368 w 5282519"/>
              <a:gd name="connsiteY118" fmla="*/ 1095375 h 6858000"/>
              <a:gd name="connsiteX119" fmla="*/ 115893 w 5282519"/>
              <a:gd name="connsiteY119" fmla="*/ 1055687 h 6858000"/>
              <a:gd name="connsiteX120" fmla="*/ 95738 w 5282519"/>
              <a:gd name="connsiteY120" fmla="*/ 1017587 h 6858000"/>
              <a:gd name="connsiteX121" fmla="*/ 75583 w 5282519"/>
              <a:gd name="connsiteY121" fmla="*/ 981075 h 6858000"/>
              <a:gd name="connsiteX122" fmla="*/ 55427 w 5282519"/>
              <a:gd name="connsiteY122" fmla="*/ 942975 h 6858000"/>
              <a:gd name="connsiteX123" fmla="*/ 38632 w 5282519"/>
              <a:gd name="connsiteY123" fmla="*/ 901700 h 6858000"/>
              <a:gd name="connsiteX124" fmla="*/ 23515 w 5282519"/>
              <a:gd name="connsiteY124" fmla="*/ 854075 h 6858000"/>
              <a:gd name="connsiteX125" fmla="*/ 11758 w 5282519"/>
              <a:gd name="connsiteY125" fmla="*/ 801687 h 6858000"/>
              <a:gd name="connsiteX126" fmla="*/ 3359 w 5282519"/>
              <a:gd name="connsiteY126" fmla="*/ 744537 h 6858000"/>
              <a:gd name="connsiteX127" fmla="*/ 0 w 5282519"/>
              <a:gd name="connsiteY127" fmla="*/ 673100 h 6858000"/>
              <a:gd name="connsiteX128" fmla="*/ 3359 w 5282519"/>
              <a:gd name="connsiteY128" fmla="*/ 606425 h 6858000"/>
              <a:gd name="connsiteX129" fmla="*/ 11758 w 5282519"/>
              <a:gd name="connsiteY129" fmla="*/ 546100 h 6858000"/>
              <a:gd name="connsiteX130" fmla="*/ 23515 w 5282519"/>
              <a:gd name="connsiteY130" fmla="*/ 496887 h 6858000"/>
              <a:gd name="connsiteX131" fmla="*/ 38632 w 5282519"/>
              <a:gd name="connsiteY131" fmla="*/ 450850 h 6858000"/>
              <a:gd name="connsiteX132" fmla="*/ 55427 w 5282519"/>
              <a:gd name="connsiteY132" fmla="*/ 409575 h 6858000"/>
              <a:gd name="connsiteX133" fmla="*/ 73903 w 5282519"/>
              <a:gd name="connsiteY133" fmla="*/ 369887 h 6858000"/>
              <a:gd name="connsiteX134" fmla="*/ 92379 w 5282519"/>
              <a:gd name="connsiteY134" fmla="*/ 334962 h 6858000"/>
              <a:gd name="connsiteX135" fmla="*/ 112534 w 5282519"/>
              <a:gd name="connsiteY135" fmla="*/ 296862 h 6858000"/>
              <a:gd name="connsiteX136" fmla="*/ 132689 w 5282519"/>
              <a:gd name="connsiteY136" fmla="*/ 260350 h 6858000"/>
              <a:gd name="connsiteX137" fmla="*/ 149485 w 5282519"/>
              <a:gd name="connsiteY137" fmla="*/ 217487 h 6858000"/>
              <a:gd name="connsiteX138" fmla="*/ 166281 w 5282519"/>
              <a:gd name="connsiteY138" fmla="*/ 174625 h 6858000"/>
              <a:gd name="connsiteX139" fmla="*/ 176358 w 5282519"/>
              <a:gd name="connsiteY139" fmla="*/ 122237 h 6858000"/>
              <a:gd name="connsiteX140" fmla="*/ 184756 w 5282519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artoon of two people sitting at a desk&#10;&#10;AI-generated content may be incorrect.">
            <a:extLst>
              <a:ext uri="{FF2B5EF4-FFF2-40B4-BE49-F238E27FC236}">
                <a16:creationId xmlns:a16="http://schemas.microsoft.com/office/drawing/2014/main" id="{5BBBB4E1-C7C7-655B-D948-6B2A117D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29" r="15048" b="1"/>
          <a:stretch>
            <a:fillRect/>
          </a:stretch>
        </p:blipFill>
        <p:spPr>
          <a:xfrm>
            <a:off x="6909481" y="10"/>
            <a:ext cx="5282519" cy="6857990"/>
          </a:xfrm>
          <a:custGeom>
            <a:avLst/>
            <a:gdLst/>
            <a:ahLst/>
            <a:cxnLst/>
            <a:rect l="l" t="t" r="r" b="b"/>
            <a:pathLst>
              <a:path w="5282519" h="6858000">
                <a:moveTo>
                  <a:pt x="189795" y="0"/>
                </a:moveTo>
                <a:lnTo>
                  <a:pt x="5282519" y="0"/>
                </a:lnTo>
                <a:lnTo>
                  <a:pt x="5282519" y="6858000"/>
                </a:lnTo>
                <a:lnTo>
                  <a:pt x="189795" y="6858000"/>
                </a:lnTo>
                <a:lnTo>
                  <a:pt x="184756" y="6791325"/>
                </a:lnTo>
                <a:lnTo>
                  <a:pt x="176358" y="6735762"/>
                </a:lnTo>
                <a:lnTo>
                  <a:pt x="166281" y="6683375"/>
                </a:lnTo>
                <a:lnTo>
                  <a:pt x="149485" y="6640512"/>
                </a:lnTo>
                <a:lnTo>
                  <a:pt x="132689" y="6597650"/>
                </a:lnTo>
                <a:lnTo>
                  <a:pt x="112534" y="6561137"/>
                </a:lnTo>
                <a:lnTo>
                  <a:pt x="92379" y="6523037"/>
                </a:lnTo>
                <a:lnTo>
                  <a:pt x="73903" y="6488112"/>
                </a:lnTo>
                <a:lnTo>
                  <a:pt x="55427" y="6448425"/>
                </a:lnTo>
                <a:lnTo>
                  <a:pt x="38632" y="6407150"/>
                </a:lnTo>
                <a:lnTo>
                  <a:pt x="23515" y="6361112"/>
                </a:lnTo>
                <a:lnTo>
                  <a:pt x="11758" y="6311900"/>
                </a:lnTo>
                <a:lnTo>
                  <a:pt x="3359" y="6251575"/>
                </a:lnTo>
                <a:lnTo>
                  <a:pt x="0" y="6183312"/>
                </a:lnTo>
                <a:lnTo>
                  <a:pt x="3359" y="6113462"/>
                </a:lnTo>
                <a:lnTo>
                  <a:pt x="11758" y="6056312"/>
                </a:lnTo>
                <a:lnTo>
                  <a:pt x="23515" y="6003925"/>
                </a:lnTo>
                <a:lnTo>
                  <a:pt x="38632" y="5956300"/>
                </a:lnTo>
                <a:lnTo>
                  <a:pt x="55427" y="5915025"/>
                </a:lnTo>
                <a:lnTo>
                  <a:pt x="75583" y="5876925"/>
                </a:lnTo>
                <a:lnTo>
                  <a:pt x="95738" y="5840412"/>
                </a:lnTo>
                <a:lnTo>
                  <a:pt x="115893" y="5802312"/>
                </a:lnTo>
                <a:lnTo>
                  <a:pt x="134368" y="5762625"/>
                </a:lnTo>
                <a:lnTo>
                  <a:pt x="152844" y="5721350"/>
                </a:lnTo>
                <a:lnTo>
                  <a:pt x="167960" y="5675312"/>
                </a:lnTo>
                <a:lnTo>
                  <a:pt x="178038" y="5622925"/>
                </a:lnTo>
                <a:lnTo>
                  <a:pt x="188115" y="5562600"/>
                </a:lnTo>
                <a:lnTo>
                  <a:pt x="189795" y="5494337"/>
                </a:lnTo>
                <a:lnTo>
                  <a:pt x="188115" y="5426075"/>
                </a:lnTo>
                <a:lnTo>
                  <a:pt x="178038" y="5365750"/>
                </a:lnTo>
                <a:lnTo>
                  <a:pt x="167960" y="5313362"/>
                </a:lnTo>
                <a:lnTo>
                  <a:pt x="152844" y="5268912"/>
                </a:lnTo>
                <a:lnTo>
                  <a:pt x="134368" y="5226050"/>
                </a:lnTo>
                <a:lnTo>
                  <a:pt x="115893" y="5186362"/>
                </a:lnTo>
                <a:lnTo>
                  <a:pt x="95738" y="5149850"/>
                </a:lnTo>
                <a:lnTo>
                  <a:pt x="75583" y="5114925"/>
                </a:lnTo>
                <a:lnTo>
                  <a:pt x="55427" y="5075237"/>
                </a:lnTo>
                <a:lnTo>
                  <a:pt x="38632" y="5033962"/>
                </a:lnTo>
                <a:lnTo>
                  <a:pt x="23515" y="4987925"/>
                </a:lnTo>
                <a:lnTo>
                  <a:pt x="11758" y="4935537"/>
                </a:lnTo>
                <a:lnTo>
                  <a:pt x="3359" y="4875212"/>
                </a:lnTo>
                <a:lnTo>
                  <a:pt x="0" y="4806950"/>
                </a:lnTo>
                <a:lnTo>
                  <a:pt x="3359" y="4738687"/>
                </a:lnTo>
                <a:lnTo>
                  <a:pt x="11758" y="4678362"/>
                </a:lnTo>
                <a:lnTo>
                  <a:pt x="23515" y="4625975"/>
                </a:lnTo>
                <a:lnTo>
                  <a:pt x="38632" y="4579937"/>
                </a:lnTo>
                <a:lnTo>
                  <a:pt x="55427" y="4537075"/>
                </a:lnTo>
                <a:lnTo>
                  <a:pt x="75583" y="4498975"/>
                </a:lnTo>
                <a:lnTo>
                  <a:pt x="115893" y="4424362"/>
                </a:lnTo>
                <a:lnTo>
                  <a:pt x="134368" y="4386262"/>
                </a:lnTo>
                <a:lnTo>
                  <a:pt x="152844" y="4343400"/>
                </a:lnTo>
                <a:lnTo>
                  <a:pt x="167960" y="4297362"/>
                </a:lnTo>
                <a:lnTo>
                  <a:pt x="178038" y="4244975"/>
                </a:lnTo>
                <a:lnTo>
                  <a:pt x="188115" y="4186237"/>
                </a:lnTo>
                <a:lnTo>
                  <a:pt x="189795" y="4116387"/>
                </a:lnTo>
                <a:lnTo>
                  <a:pt x="188115" y="4048125"/>
                </a:lnTo>
                <a:lnTo>
                  <a:pt x="178038" y="3987800"/>
                </a:lnTo>
                <a:lnTo>
                  <a:pt x="167960" y="3935412"/>
                </a:lnTo>
                <a:lnTo>
                  <a:pt x="152844" y="3890962"/>
                </a:lnTo>
                <a:lnTo>
                  <a:pt x="134368" y="3848100"/>
                </a:lnTo>
                <a:lnTo>
                  <a:pt x="115893" y="3811587"/>
                </a:lnTo>
                <a:lnTo>
                  <a:pt x="75583" y="3736975"/>
                </a:lnTo>
                <a:lnTo>
                  <a:pt x="55427" y="3697287"/>
                </a:lnTo>
                <a:lnTo>
                  <a:pt x="38632" y="3656012"/>
                </a:lnTo>
                <a:lnTo>
                  <a:pt x="23515" y="3609975"/>
                </a:lnTo>
                <a:lnTo>
                  <a:pt x="11758" y="3557587"/>
                </a:lnTo>
                <a:lnTo>
                  <a:pt x="3359" y="3497262"/>
                </a:lnTo>
                <a:lnTo>
                  <a:pt x="0" y="3427412"/>
                </a:lnTo>
                <a:lnTo>
                  <a:pt x="3359" y="3360737"/>
                </a:lnTo>
                <a:lnTo>
                  <a:pt x="11758" y="3300412"/>
                </a:lnTo>
                <a:lnTo>
                  <a:pt x="23515" y="3248025"/>
                </a:lnTo>
                <a:lnTo>
                  <a:pt x="38632" y="3201987"/>
                </a:lnTo>
                <a:lnTo>
                  <a:pt x="55427" y="3160712"/>
                </a:lnTo>
                <a:lnTo>
                  <a:pt x="75583" y="3121025"/>
                </a:lnTo>
                <a:lnTo>
                  <a:pt x="95738" y="3084512"/>
                </a:lnTo>
                <a:lnTo>
                  <a:pt x="115893" y="3046412"/>
                </a:lnTo>
                <a:lnTo>
                  <a:pt x="134368" y="3009900"/>
                </a:lnTo>
                <a:lnTo>
                  <a:pt x="152844" y="2967037"/>
                </a:lnTo>
                <a:lnTo>
                  <a:pt x="167960" y="2922587"/>
                </a:lnTo>
                <a:lnTo>
                  <a:pt x="178038" y="2868612"/>
                </a:lnTo>
                <a:lnTo>
                  <a:pt x="188115" y="2809875"/>
                </a:lnTo>
                <a:lnTo>
                  <a:pt x="189795" y="2741612"/>
                </a:lnTo>
                <a:lnTo>
                  <a:pt x="188115" y="2671762"/>
                </a:lnTo>
                <a:lnTo>
                  <a:pt x="178038" y="2613025"/>
                </a:lnTo>
                <a:lnTo>
                  <a:pt x="167960" y="2560637"/>
                </a:lnTo>
                <a:lnTo>
                  <a:pt x="152844" y="2513012"/>
                </a:lnTo>
                <a:lnTo>
                  <a:pt x="134368" y="2471737"/>
                </a:lnTo>
                <a:lnTo>
                  <a:pt x="115893" y="2433637"/>
                </a:lnTo>
                <a:lnTo>
                  <a:pt x="95738" y="2395537"/>
                </a:lnTo>
                <a:lnTo>
                  <a:pt x="75583" y="2359025"/>
                </a:lnTo>
                <a:lnTo>
                  <a:pt x="55427" y="2319337"/>
                </a:lnTo>
                <a:lnTo>
                  <a:pt x="38632" y="2278062"/>
                </a:lnTo>
                <a:lnTo>
                  <a:pt x="23515" y="2232025"/>
                </a:lnTo>
                <a:lnTo>
                  <a:pt x="11758" y="2179637"/>
                </a:lnTo>
                <a:lnTo>
                  <a:pt x="3359" y="2119312"/>
                </a:lnTo>
                <a:lnTo>
                  <a:pt x="0" y="2051050"/>
                </a:lnTo>
                <a:lnTo>
                  <a:pt x="3359" y="1982787"/>
                </a:lnTo>
                <a:lnTo>
                  <a:pt x="11758" y="1922462"/>
                </a:lnTo>
                <a:lnTo>
                  <a:pt x="23515" y="1870075"/>
                </a:lnTo>
                <a:lnTo>
                  <a:pt x="38632" y="1824037"/>
                </a:lnTo>
                <a:lnTo>
                  <a:pt x="55427" y="1782762"/>
                </a:lnTo>
                <a:lnTo>
                  <a:pt x="75583" y="1743075"/>
                </a:lnTo>
                <a:lnTo>
                  <a:pt x="95738" y="1708150"/>
                </a:lnTo>
                <a:lnTo>
                  <a:pt x="115893" y="1671637"/>
                </a:lnTo>
                <a:lnTo>
                  <a:pt x="134368" y="1631950"/>
                </a:lnTo>
                <a:lnTo>
                  <a:pt x="152844" y="1589087"/>
                </a:lnTo>
                <a:lnTo>
                  <a:pt x="167960" y="1544637"/>
                </a:lnTo>
                <a:lnTo>
                  <a:pt x="178038" y="1492250"/>
                </a:lnTo>
                <a:lnTo>
                  <a:pt x="188115" y="1431925"/>
                </a:lnTo>
                <a:lnTo>
                  <a:pt x="189795" y="1363662"/>
                </a:lnTo>
                <a:lnTo>
                  <a:pt x="188115" y="1295400"/>
                </a:lnTo>
                <a:lnTo>
                  <a:pt x="178038" y="1235075"/>
                </a:lnTo>
                <a:lnTo>
                  <a:pt x="167960" y="1182687"/>
                </a:lnTo>
                <a:lnTo>
                  <a:pt x="152844" y="1136650"/>
                </a:lnTo>
                <a:lnTo>
                  <a:pt x="134368" y="1095375"/>
                </a:lnTo>
                <a:lnTo>
                  <a:pt x="115893" y="1055687"/>
                </a:lnTo>
                <a:lnTo>
                  <a:pt x="95738" y="1017587"/>
                </a:lnTo>
                <a:lnTo>
                  <a:pt x="75583" y="981075"/>
                </a:lnTo>
                <a:lnTo>
                  <a:pt x="55427" y="942975"/>
                </a:lnTo>
                <a:lnTo>
                  <a:pt x="38632" y="901700"/>
                </a:lnTo>
                <a:lnTo>
                  <a:pt x="23515" y="854075"/>
                </a:lnTo>
                <a:lnTo>
                  <a:pt x="11758" y="801687"/>
                </a:lnTo>
                <a:lnTo>
                  <a:pt x="3359" y="744537"/>
                </a:lnTo>
                <a:lnTo>
                  <a:pt x="0" y="673100"/>
                </a:lnTo>
                <a:lnTo>
                  <a:pt x="3359" y="606425"/>
                </a:lnTo>
                <a:lnTo>
                  <a:pt x="11758" y="546100"/>
                </a:lnTo>
                <a:lnTo>
                  <a:pt x="23515" y="496887"/>
                </a:lnTo>
                <a:lnTo>
                  <a:pt x="38632" y="450850"/>
                </a:lnTo>
                <a:lnTo>
                  <a:pt x="55427" y="409575"/>
                </a:lnTo>
                <a:lnTo>
                  <a:pt x="73903" y="369887"/>
                </a:lnTo>
                <a:lnTo>
                  <a:pt x="92379" y="334962"/>
                </a:lnTo>
                <a:lnTo>
                  <a:pt x="112534" y="296862"/>
                </a:lnTo>
                <a:lnTo>
                  <a:pt x="132689" y="260350"/>
                </a:lnTo>
                <a:lnTo>
                  <a:pt x="149485" y="217487"/>
                </a:lnTo>
                <a:lnTo>
                  <a:pt x="166281" y="174625"/>
                </a:lnTo>
                <a:lnTo>
                  <a:pt x="176358" y="122237"/>
                </a:lnTo>
                <a:lnTo>
                  <a:pt x="184756" y="666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53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37F78-0D1F-D0F0-F21D-DB429E61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40851669-7281-49C2-8BF0-67BA70EC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A0375-1278-A608-5906-565F6063A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2385"/>
            <a:ext cx="8534399" cy="14137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spc="800" dirty="0"/>
              <a:t>MEANINGFUL STATUS CODES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16992B13-74C4-4370-93C5-F5403D944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0"/>
            <a:ext cx="2275119" cy="6858000"/>
          </a:xfrm>
          <a:custGeom>
            <a:avLst/>
            <a:gdLst>
              <a:gd name="connsiteX0" fmla="*/ 0 w 2275119"/>
              <a:gd name="connsiteY0" fmla="*/ 0 h 6858000"/>
              <a:gd name="connsiteX1" fmla="*/ 1389294 w 2275119"/>
              <a:gd name="connsiteY1" fmla="*/ 0 h 6858000"/>
              <a:gd name="connsiteX2" fmla="*/ 1556068 w 2275119"/>
              <a:gd name="connsiteY2" fmla="*/ 0 h 6858000"/>
              <a:gd name="connsiteX3" fmla="*/ 2098907 w 2275119"/>
              <a:gd name="connsiteY3" fmla="*/ 0 h 6858000"/>
              <a:gd name="connsiteX4" fmla="*/ 2100494 w 2275119"/>
              <a:gd name="connsiteY4" fmla="*/ 68263 h 6858000"/>
              <a:gd name="connsiteX5" fmla="*/ 2108432 w 2275119"/>
              <a:gd name="connsiteY5" fmla="*/ 128588 h 6858000"/>
              <a:gd name="connsiteX6" fmla="*/ 2119544 w 2275119"/>
              <a:gd name="connsiteY6" fmla="*/ 180975 h 6858000"/>
              <a:gd name="connsiteX7" fmla="*/ 2133832 w 2275119"/>
              <a:gd name="connsiteY7" fmla="*/ 227013 h 6858000"/>
              <a:gd name="connsiteX8" fmla="*/ 2149707 w 2275119"/>
              <a:gd name="connsiteY8" fmla="*/ 268288 h 6858000"/>
              <a:gd name="connsiteX9" fmla="*/ 2168757 w 2275119"/>
              <a:gd name="connsiteY9" fmla="*/ 304800 h 6858000"/>
              <a:gd name="connsiteX10" fmla="*/ 2187807 w 2275119"/>
              <a:gd name="connsiteY10" fmla="*/ 342900 h 6858000"/>
              <a:gd name="connsiteX11" fmla="*/ 2206857 w 2275119"/>
              <a:gd name="connsiteY11" fmla="*/ 381000 h 6858000"/>
              <a:gd name="connsiteX12" fmla="*/ 2222732 w 2275119"/>
              <a:gd name="connsiteY12" fmla="*/ 417513 h 6858000"/>
              <a:gd name="connsiteX13" fmla="*/ 2238607 w 2275119"/>
              <a:gd name="connsiteY13" fmla="*/ 458788 h 6858000"/>
              <a:gd name="connsiteX14" fmla="*/ 2254482 w 2275119"/>
              <a:gd name="connsiteY14" fmla="*/ 504825 h 6858000"/>
              <a:gd name="connsiteX15" fmla="*/ 2265594 w 2275119"/>
              <a:gd name="connsiteY15" fmla="*/ 557213 h 6858000"/>
              <a:gd name="connsiteX16" fmla="*/ 2271944 w 2275119"/>
              <a:gd name="connsiteY16" fmla="*/ 617538 h 6858000"/>
              <a:gd name="connsiteX17" fmla="*/ 2275119 w 2275119"/>
              <a:gd name="connsiteY17" fmla="*/ 685800 h 6858000"/>
              <a:gd name="connsiteX18" fmla="*/ 2271944 w 2275119"/>
              <a:gd name="connsiteY18" fmla="*/ 754063 h 6858000"/>
              <a:gd name="connsiteX19" fmla="*/ 2265594 w 2275119"/>
              <a:gd name="connsiteY19" fmla="*/ 814388 h 6858000"/>
              <a:gd name="connsiteX20" fmla="*/ 2254482 w 2275119"/>
              <a:gd name="connsiteY20" fmla="*/ 866775 h 6858000"/>
              <a:gd name="connsiteX21" fmla="*/ 2238607 w 2275119"/>
              <a:gd name="connsiteY21" fmla="*/ 912813 h 6858000"/>
              <a:gd name="connsiteX22" fmla="*/ 2222732 w 2275119"/>
              <a:gd name="connsiteY22" fmla="*/ 954088 h 6858000"/>
              <a:gd name="connsiteX23" fmla="*/ 2206857 w 2275119"/>
              <a:gd name="connsiteY23" fmla="*/ 990600 h 6858000"/>
              <a:gd name="connsiteX24" fmla="*/ 2187807 w 2275119"/>
              <a:gd name="connsiteY24" fmla="*/ 1028700 h 6858000"/>
              <a:gd name="connsiteX25" fmla="*/ 2168757 w 2275119"/>
              <a:gd name="connsiteY25" fmla="*/ 1066800 h 6858000"/>
              <a:gd name="connsiteX26" fmla="*/ 2149707 w 2275119"/>
              <a:gd name="connsiteY26" fmla="*/ 1103313 h 6858000"/>
              <a:gd name="connsiteX27" fmla="*/ 2133832 w 2275119"/>
              <a:gd name="connsiteY27" fmla="*/ 1144588 h 6858000"/>
              <a:gd name="connsiteX28" fmla="*/ 2119544 w 2275119"/>
              <a:gd name="connsiteY28" fmla="*/ 1190625 h 6858000"/>
              <a:gd name="connsiteX29" fmla="*/ 2108432 w 2275119"/>
              <a:gd name="connsiteY29" fmla="*/ 1243013 h 6858000"/>
              <a:gd name="connsiteX30" fmla="*/ 2100494 w 2275119"/>
              <a:gd name="connsiteY30" fmla="*/ 1303338 h 6858000"/>
              <a:gd name="connsiteX31" fmla="*/ 2098907 w 2275119"/>
              <a:gd name="connsiteY31" fmla="*/ 1371600 h 6858000"/>
              <a:gd name="connsiteX32" fmla="*/ 2100494 w 2275119"/>
              <a:gd name="connsiteY32" fmla="*/ 1439863 h 6858000"/>
              <a:gd name="connsiteX33" fmla="*/ 2108432 w 2275119"/>
              <a:gd name="connsiteY33" fmla="*/ 1500188 h 6858000"/>
              <a:gd name="connsiteX34" fmla="*/ 2119544 w 2275119"/>
              <a:gd name="connsiteY34" fmla="*/ 1552575 h 6858000"/>
              <a:gd name="connsiteX35" fmla="*/ 2133832 w 2275119"/>
              <a:gd name="connsiteY35" fmla="*/ 1598613 h 6858000"/>
              <a:gd name="connsiteX36" fmla="*/ 2149707 w 2275119"/>
              <a:gd name="connsiteY36" fmla="*/ 1639888 h 6858000"/>
              <a:gd name="connsiteX37" fmla="*/ 2168757 w 2275119"/>
              <a:gd name="connsiteY37" fmla="*/ 1676400 h 6858000"/>
              <a:gd name="connsiteX38" fmla="*/ 2187807 w 2275119"/>
              <a:gd name="connsiteY38" fmla="*/ 1714500 h 6858000"/>
              <a:gd name="connsiteX39" fmla="*/ 2206857 w 2275119"/>
              <a:gd name="connsiteY39" fmla="*/ 1752600 h 6858000"/>
              <a:gd name="connsiteX40" fmla="*/ 2222732 w 2275119"/>
              <a:gd name="connsiteY40" fmla="*/ 1789113 h 6858000"/>
              <a:gd name="connsiteX41" fmla="*/ 2238607 w 2275119"/>
              <a:gd name="connsiteY41" fmla="*/ 1830388 h 6858000"/>
              <a:gd name="connsiteX42" fmla="*/ 2254482 w 2275119"/>
              <a:gd name="connsiteY42" fmla="*/ 1876425 h 6858000"/>
              <a:gd name="connsiteX43" fmla="*/ 2265594 w 2275119"/>
              <a:gd name="connsiteY43" fmla="*/ 1928813 h 6858000"/>
              <a:gd name="connsiteX44" fmla="*/ 2271944 w 2275119"/>
              <a:gd name="connsiteY44" fmla="*/ 1989138 h 6858000"/>
              <a:gd name="connsiteX45" fmla="*/ 2275119 w 2275119"/>
              <a:gd name="connsiteY45" fmla="*/ 2057400 h 6858000"/>
              <a:gd name="connsiteX46" fmla="*/ 2271944 w 2275119"/>
              <a:gd name="connsiteY46" fmla="*/ 2125663 h 6858000"/>
              <a:gd name="connsiteX47" fmla="*/ 2265594 w 2275119"/>
              <a:gd name="connsiteY47" fmla="*/ 2185988 h 6858000"/>
              <a:gd name="connsiteX48" fmla="*/ 2254482 w 2275119"/>
              <a:gd name="connsiteY48" fmla="*/ 2238375 h 6858000"/>
              <a:gd name="connsiteX49" fmla="*/ 2238607 w 2275119"/>
              <a:gd name="connsiteY49" fmla="*/ 2284413 h 6858000"/>
              <a:gd name="connsiteX50" fmla="*/ 2222732 w 2275119"/>
              <a:gd name="connsiteY50" fmla="*/ 2325688 h 6858000"/>
              <a:gd name="connsiteX51" fmla="*/ 2206857 w 2275119"/>
              <a:gd name="connsiteY51" fmla="*/ 2362200 h 6858000"/>
              <a:gd name="connsiteX52" fmla="*/ 2187807 w 2275119"/>
              <a:gd name="connsiteY52" fmla="*/ 2400300 h 6858000"/>
              <a:gd name="connsiteX53" fmla="*/ 2168757 w 2275119"/>
              <a:gd name="connsiteY53" fmla="*/ 2438400 h 6858000"/>
              <a:gd name="connsiteX54" fmla="*/ 2149707 w 2275119"/>
              <a:gd name="connsiteY54" fmla="*/ 2474913 h 6858000"/>
              <a:gd name="connsiteX55" fmla="*/ 2133832 w 2275119"/>
              <a:gd name="connsiteY55" fmla="*/ 2516188 h 6858000"/>
              <a:gd name="connsiteX56" fmla="*/ 2119544 w 2275119"/>
              <a:gd name="connsiteY56" fmla="*/ 2562225 h 6858000"/>
              <a:gd name="connsiteX57" fmla="*/ 2108432 w 2275119"/>
              <a:gd name="connsiteY57" fmla="*/ 2614613 h 6858000"/>
              <a:gd name="connsiteX58" fmla="*/ 2100494 w 2275119"/>
              <a:gd name="connsiteY58" fmla="*/ 2674938 h 6858000"/>
              <a:gd name="connsiteX59" fmla="*/ 2098907 w 2275119"/>
              <a:gd name="connsiteY59" fmla="*/ 2743200 h 6858000"/>
              <a:gd name="connsiteX60" fmla="*/ 2100494 w 2275119"/>
              <a:gd name="connsiteY60" fmla="*/ 2811463 h 6858000"/>
              <a:gd name="connsiteX61" fmla="*/ 2108432 w 2275119"/>
              <a:gd name="connsiteY61" fmla="*/ 2871788 h 6858000"/>
              <a:gd name="connsiteX62" fmla="*/ 2119544 w 2275119"/>
              <a:gd name="connsiteY62" fmla="*/ 2924175 h 6858000"/>
              <a:gd name="connsiteX63" fmla="*/ 2133832 w 2275119"/>
              <a:gd name="connsiteY63" fmla="*/ 2970213 h 6858000"/>
              <a:gd name="connsiteX64" fmla="*/ 2149707 w 2275119"/>
              <a:gd name="connsiteY64" fmla="*/ 3011488 h 6858000"/>
              <a:gd name="connsiteX65" fmla="*/ 2168757 w 2275119"/>
              <a:gd name="connsiteY65" fmla="*/ 3048000 h 6858000"/>
              <a:gd name="connsiteX66" fmla="*/ 2187807 w 2275119"/>
              <a:gd name="connsiteY66" fmla="*/ 3086100 h 6858000"/>
              <a:gd name="connsiteX67" fmla="*/ 2206857 w 2275119"/>
              <a:gd name="connsiteY67" fmla="*/ 3124200 h 6858000"/>
              <a:gd name="connsiteX68" fmla="*/ 2222732 w 2275119"/>
              <a:gd name="connsiteY68" fmla="*/ 3160713 h 6858000"/>
              <a:gd name="connsiteX69" fmla="*/ 2238607 w 2275119"/>
              <a:gd name="connsiteY69" fmla="*/ 3201988 h 6858000"/>
              <a:gd name="connsiteX70" fmla="*/ 2254482 w 2275119"/>
              <a:gd name="connsiteY70" fmla="*/ 3248025 h 6858000"/>
              <a:gd name="connsiteX71" fmla="*/ 2265594 w 2275119"/>
              <a:gd name="connsiteY71" fmla="*/ 3300413 h 6858000"/>
              <a:gd name="connsiteX72" fmla="*/ 2271944 w 2275119"/>
              <a:gd name="connsiteY72" fmla="*/ 3360738 h 6858000"/>
              <a:gd name="connsiteX73" fmla="*/ 2275119 w 2275119"/>
              <a:gd name="connsiteY73" fmla="*/ 3427413 h 6858000"/>
              <a:gd name="connsiteX74" fmla="*/ 2271944 w 2275119"/>
              <a:gd name="connsiteY74" fmla="*/ 3497263 h 6858000"/>
              <a:gd name="connsiteX75" fmla="*/ 2265594 w 2275119"/>
              <a:gd name="connsiteY75" fmla="*/ 3557588 h 6858000"/>
              <a:gd name="connsiteX76" fmla="*/ 2254482 w 2275119"/>
              <a:gd name="connsiteY76" fmla="*/ 3609975 h 6858000"/>
              <a:gd name="connsiteX77" fmla="*/ 2238607 w 2275119"/>
              <a:gd name="connsiteY77" fmla="*/ 3656013 h 6858000"/>
              <a:gd name="connsiteX78" fmla="*/ 2222732 w 2275119"/>
              <a:gd name="connsiteY78" fmla="*/ 3697288 h 6858000"/>
              <a:gd name="connsiteX79" fmla="*/ 2206857 w 2275119"/>
              <a:gd name="connsiteY79" fmla="*/ 3733800 h 6858000"/>
              <a:gd name="connsiteX80" fmla="*/ 2187807 w 2275119"/>
              <a:gd name="connsiteY80" fmla="*/ 3771900 h 6858000"/>
              <a:gd name="connsiteX81" fmla="*/ 2168757 w 2275119"/>
              <a:gd name="connsiteY81" fmla="*/ 3810000 h 6858000"/>
              <a:gd name="connsiteX82" fmla="*/ 2149707 w 2275119"/>
              <a:gd name="connsiteY82" fmla="*/ 3846513 h 6858000"/>
              <a:gd name="connsiteX83" fmla="*/ 2133832 w 2275119"/>
              <a:gd name="connsiteY83" fmla="*/ 3887788 h 6858000"/>
              <a:gd name="connsiteX84" fmla="*/ 2119544 w 2275119"/>
              <a:gd name="connsiteY84" fmla="*/ 3933825 h 6858000"/>
              <a:gd name="connsiteX85" fmla="*/ 2108432 w 2275119"/>
              <a:gd name="connsiteY85" fmla="*/ 3986213 h 6858000"/>
              <a:gd name="connsiteX86" fmla="*/ 2100494 w 2275119"/>
              <a:gd name="connsiteY86" fmla="*/ 4046538 h 6858000"/>
              <a:gd name="connsiteX87" fmla="*/ 2098907 w 2275119"/>
              <a:gd name="connsiteY87" fmla="*/ 4114800 h 6858000"/>
              <a:gd name="connsiteX88" fmla="*/ 2100494 w 2275119"/>
              <a:gd name="connsiteY88" fmla="*/ 4183063 h 6858000"/>
              <a:gd name="connsiteX89" fmla="*/ 2108432 w 2275119"/>
              <a:gd name="connsiteY89" fmla="*/ 4243388 h 6858000"/>
              <a:gd name="connsiteX90" fmla="*/ 2119544 w 2275119"/>
              <a:gd name="connsiteY90" fmla="*/ 4295775 h 6858000"/>
              <a:gd name="connsiteX91" fmla="*/ 2133832 w 2275119"/>
              <a:gd name="connsiteY91" fmla="*/ 4341813 h 6858000"/>
              <a:gd name="connsiteX92" fmla="*/ 2149707 w 2275119"/>
              <a:gd name="connsiteY92" fmla="*/ 4383088 h 6858000"/>
              <a:gd name="connsiteX93" fmla="*/ 2168757 w 2275119"/>
              <a:gd name="connsiteY93" fmla="*/ 4419600 h 6858000"/>
              <a:gd name="connsiteX94" fmla="*/ 2206857 w 2275119"/>
              <a:gd name="connsiteY94" fmla="*/ 4495800 h 6858000"/>
              <a:gd name="connsiteX95" fmla="*/ 2222732 w 2275119"/>
              <a:gd name="connsiteY95" fmla="*/ 4532313 h 6858000"/>
              <a:gd name="connsiteX96" fmla="*/ 2238607 w 2275119"/>
              <a:gd name="connsiteY96" fmla="*/ 4573588 h 6858000"/>
              <a:gd name="connsiteX97" fmla="*/ 2254482 w 2275119"/>
              <a:gd name="connsiteY97" fmla="*/ 4619625 h 6858000"/>
              <a:gd name="connsiteX98" fmla="*/ 2265594 w 2275119"/>
              <a:gd name="connsiteY98" fmla="*/ 4672013 h 6858000"/>
              <a:gd name="connsiteX99" fmla="*/ 2271944 w 2275119"/>
              <a:gd name="connsiteY99" fmla="*/ 4732338 h 6858000"/>
              <a:gd name="connsiteX100" fmla="*/ 2275119 w 2275119"/>
              <a:gd name="connsiteY100" fmla="*/ 4800600 h 6858000"/>
              <a:gd name="connsiteX101" fmla="*/ 2271944 w 2275119"/>
              <a:gd name="connsiteY101" fmla="*/ 4868863 h 6858000"/>
              <a:gd name="connsiteX102" fmla="*/ 2265594 w 2275119"/>
              <a:gd name="connsiteY102" fmla="*/ 4929188 h 6858000"/>
              <a:gd name="connsiteX103" fmla="*/ 2254482 w 2275119"/>
              <a:gd name="connsiteY103" fmla="*/ 4981575 h 6858000"/>
              <a:gd name="connsiteX104" fmla="*/ 2238607 w 2275119"/>
              <a:gd name="connsiteY104" fmla="*/ 5027613 h 6858000"/>
              <a:gd name="connsiteX105" fmla="*/ 2222732 w 2275119"/>
              <a:gd name="connsiteY105" fmla="*/ 5068888 h 6858000"/>
              <a:gd name="connsiteX106" fmla="*/ 2206857 w 2275119"/>
              <a:gd name="connsiteY106" fmla="*/ 5105400 h 6858000"/>
              <a:gd name="connsiteX107" fmla="*/ 2187807 w 2275119"/>
              <a:gd name="connsiteY107" fmla="*/ 5143500 h 6858000"/>
              <a:gd name="connsiteX108" fmla="*/ 2168757 w 2275119"/>
              <a:gd name="connsiteY108" fmla="*/ 5181600 h 6858000"/>
              <a:gd name="connsiteX109" fmla="*/ 2149707 w 2275119"/>
              <a:gd name="connsiteY109" fmla="*/ 5218113 h 6858000"/>
              <a:gd name="connsiteX110" fmla="*/ 2133832 w 2275119"/>
              <a:gd name="connsiteY110" fmla="*/ 5259388 h 6858000"/>
              <a:gd name="connsiteX111" fmla="*/ 2119544 w 2275119"/>
              <a:gd name="connsiteY111" fmla="*/ 5305425 h 6858000"/>
              <a:gd name="connsiteX112" fmla="*/ 2108432 w 2275119"/>
              <a:gd name="connsiteY112" fmla="*/ 5357813 h 6858000"/>
              <a:gd name="connsiteX113" fmla="*/ 2100494 w 2275119"/>
              <a:gd name="connsiteY113" fmla="*/ 5418138 h 6858000"/>
              <a:gd name="connsiteX114" fmla="*/ 2098907 w 2275119"/>
              <a:gd name="connsiteY114" fmla="*/ 5486400 h 6858000"/>
              <a:gd name="connsiteX115" fmla="*/ 2100494 w 2275119"/>
              <a:gd name="connsiteY115" fmla="*/ 5554663 h 6858000"/>
              <a:gd name="connsiteX116" fmla="*/ 2108432 w 2275119"/>
              <a:gd name="connsiteY116" fmla="*/ 5614988 h 6858000"/>
              <a:gd name="connsiteX117" fmla="*/ 2119544 w 2275119"/>
              <a:gd name="connsiteY117" fmla="*/ 5667375 h 6858000"/>
              <a:gd name="connsiteX118" fmla="*/ 2133832 w 2275119"/>
              <a:gd name="connsiteY118" fmla="*/ 5713413 h 6858000"/>
              <a:gd name="connsiteX119" fmla="*/ 2149707 w 2275119"/>
              <a:gd name="connsiteY119" fmla="*/ 5754688 h 6858000"/>
              <a:gd name="connsiteX120" fmla="*/ 2168757 w 2275119"/>
              <a:gd name="connsiteY120" fmla="*/ 5791200 h 6858000"/>
              <a:gd name="connsiteX121" fmla="*/ 2187807 w 2275119"/>
              <a:gd name="connsiteY121" fmla="*/ 5829300 h 6858000"/>
              <a:gd name="connsiteX122" fmla="*/ 2206857 w 2275119"/>
              <a:gd name="connsiteY122" fmla="*/ 5867400 h 6858000"/>
              <a:gd name="connsiteX123" fmla="*/ 2222732 w 2275119"/>
              <a:gd name="connsiteY123" fmla="*/ 5903913 h 6858000"/>
              <a:gd name="connsiteX124" fmla="*/ 2238607 w 2275119"/>
              <a:gd name="connsiteY124" fmla="*/ 5945188 h 6858000"/>
              <a:gd name="connsiteX125" fmla="*/ 2254482 w 2275119"/>
              <a:gd name="connsiteY125" fmla="*/ 5991225 h 6858000"/>
              <a:gd name="connsiteX126" fmla="*/ 2265594 w 2275119"/>
              <a:gd name="connsiteY126" fmla="*/ 6043613 h 6858000"/>
              <a:gd name="connsiteX127" fmla="*/ 2271944 w 2275119"/>
              <a:gd name="connsiteY127" fmla="*/ 6103938 h 6858000"/>
              <a:gd name="connsiteX128" fmla="*/ 2275119 w 2275119"/>
              <a:gd name="connsiteY128" fmla="*/ 6172200 h 6858000"/>
              <a:gd name="connsiteX129" fmla="*/ 2271944 w 2275119"/>
              <a:gd name="connsiteY129" fmla="*/ 6240463 h 6858000"/>
              <a:gd name="connsiteX130" fmla="*/ 2265594 w 2275119"/>
              <a:gd name="connsiteY130" fmla="*/ 6300788 h 6858000"/>
              <a:gd name="connsiteX131" fmla="*/ 2254482 w 2275119"/>
              <a:gd name="connsiteY131" fmla="*/ 6353175 h 6858000"/>
              <a:gd name="connsiteX132" fmla="*/ 2238607 w 2275119"/>
              <a:gd name="connsiteY132" fmla="*/ 6399213 h 6858000"/>
              <a:gd name="connsiteX133" fmla="*/ 2222732 w 2275119"/>
              <a:gd name="connsiteY133" fmla="*/ 6440488 h 6858000"/>
              <a:gd name="connsiteX134" fmla="*/ 2206857 w 2275119"/>
              <a:gd name="connsiteY134" fmla="*/ 6477000 h 6858000"/>
              <a:gd name="connsiteX135" fmla="*/ 2187807 w 2275119"/>
              <a:gd name="connsiteY135" fmla="*/ 6515100 h 6858000"/>
              <a:gd name="connsiteX136" fmla="*/ 2168757 w 2275119"/>
              <a:gd name="connsiteY136" fmla="*/ 6553200 h 6858000"/>
              <a:gd name="connsiteX137" fmla="*/ 2149707 w 2275119"/>
              <a:gd name="connsiteY137" fmla="*/ 6589713 h 6858000"/>
              <a:gd name="connsiteX138" fmla="*/ 2133832 w 2275119"/>
              <a:gd name="connsiteY138" fmla="*/ 6630988 h 6858000"/>
              <a:gd name="connsiteX139" fmla="*/ 2119544 w 2275119"/>
              <a:gd name="connsiteY139" fmla="*/ 6677025 h 6858000"/>
              <a:gd name="connsiteX140" fmla="*/ 2108432 w 2275119"/>
              <a:gd name="connsiteY140" fmla="*/ 6729413 h 6858000"/>
              <a:gd name="connsiteX141" fmla="*/ 2100494 w 2275119"/>
              <a:gd name="connsiteY141" fmla="*/ 6789738 h 6858000"/>
              <a:gd name="connsiteX142" fmla="*/ 2098907 w 2275119"/>
              <a:gd name="connsiteY142" fmla="*/ 6858000 h 6858000"/>
              <a:gd name="connsiteX143" fmla="*/ 1556068 w 2275119"/>
              <a:gd name="connsiteY143" fmla="*/ 6858000 h 6858000"/>
              <a:gd name="connsiteX144" fmla="*/ 1389294 w 2275119"/>
              <a:gd name="connsiteY144" fmla="*/ 6858000 h 6858000"/>
              <a:gd name="connsiteX145" fmla="*/ 0 w 2275119"/>
              <a:gd name="connsiteY14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2275119" h="6858000">
                <a:moveTo>
                  <a:pt x="0" y="0"/>
                </a:moveTo>
                <a:lnTo>
                  <a:pt x="1389294" y="0"/>
                </a:lnTo>
                <a:lnTo>
                  <a:pt x="1556068" y="0"/>
                </a:lnTo>
                <a:lnTo>
                  <a:pt x="2098907" y="0"/>
                </a:lnTo>
                <a:lnTo>
                  <a:pt x="2100494" y="68263"/>
                </a:lnTo>
                <a:lnTo>
                  <a:pt x="2108432" y="128588"/>
                </a:lnTo>
                <a:lnTo>
                  <a:pt x="2119544" y="180975"/>
                </a:lnTo>
                <a:lnTo>
                  <a:pt x="2133832" y="227013"/>
                </a:lnTo>
                <a:lnTo>
                  <a:pt x="2149707" y="268288"/>
                </a:lnTo>
                <a:lnTo>
                  <a:pt x="2168757" y="304800"/>
                </a:lnTo>
                <a:lnTo>
                  <a:pt x="2187807" y="342900"/>
                </a:lnTo>
                <a:lnTo>
                  <a:pt x="2206857" y="381000"/>
                </a:lnTo>
                <a:lnTo>
                  <a:pt x="2222732" y="417513"/>
                </a:lnTo>
                <a:lnTo>
                  <a:pt x="2238607" y="458788"/>
                </a:lnTo>
                <a:lnTo>
                  <a:pt x="2254482" y="504825"/>
                </a:lnTo>
                <a:lnTo>
                  <a:pt x="2265594" y="557213"/>
                </a:lnTo>
                <a:lnTo>
                  <a:pt x="2271944" y="617538"/>
                </a:lnTo>
                <a:lnTo>
                  <a:pt x="2275119" y="685800"/>
                </a:lnTo>
                <a:lnTo>
                  <a:pt x="2271944" y="754063"/>
                </a:lnTo>
                <a:lnTo>
                  <a:pt x="2265594" y="814388"/>
                </a:lnTo>
                <a:lnTo>
                  <a:pt x="2254482" y="866775"/>
                </a:lnTo>
                <a:lnTo>
                  <a:pt x="2238607" y="912813"/>
                </a:lnTo>
                <a:lnTo>
                  <a:pt x="2222732" y="954088"/>
                </a:lnTo>
                <a:lnTo>
                  <a:pt x="2206857" y="990600"/>
                </a:lnTo>
                <a:lnTo>
                  <a:pt x="2187807" y="1028700"/>
                </a:lnTo>
                <a:lnTo>
                  <a:pt x="2168757" y="1066800"/>
                </a:lnTo>
                <a:lnTo>
                  <a:pt x="2149707" y="1103313"/>
                </a:lnTo>
                <a:lnTo>
                  <a:pt x="2133832" y="1144588"/>
                </a:lnTo>
                <a:lnTo>
                  <a:pt x="2119544" y="1190625"/>
                </a:lnTo>
                <a:lnTo>
                  <a:pt x="2108432" y="1243013"/>
                </a:lnTo>
                <a:lnTo>
                  <a:pt x="2100494" y="1303338"/>
                </a:lnTo>
                <a:lnTo>
                  <a:pt x="2098907" y="1371600"/>
                </a:lnTo>
                <a:lnTo>
                  <a:pt x="2100494" y="1439863"/>
                </a:lnTo>
                <a:lnTo>
                  <a:pt x="2108432" y="1500188"/>
                </a:lnTo>
                <a:lnTo>
                  <a:pt x="2119544" y="1552575"/>
                </a:lnTo>
                <a:lnTo>
                  <a:pt x="2133832" y="1598613"/>
                </a:lnTo>
                <a:lnTo>
                  <a:pt x="2149707" y="1639888"/>
                </a:lnTo>
                <a:lnTo>
                  <a:pt x="2168757" y="1676400"/>
                </a:lnTo>
                <a:lnTo>
                  <a:pt x="2187807" y="1714500"/>
                </a:lnTo>
                <a:lnTo>
                  <a:pt x="2206857" y="1752600"/>
                </a:lnTo>
                <a:lnTo>
                  <a:pt x="2222732" y="1789113"/>
                </a:lnTo>
                <a:lnTo>
                  <a:pt x="2238607" y="1830388"/>
                </a:lnTo>
                <a:lnTo>
                  <a:pt x="2254482" y="1876425"/>
                </a:lnTo>
                <a:lnTo>
                  <a:pt x="2265594" y="1928813"/>
                </a:lnTo>
                <a:lnTo>
                  <a:pt x="2271944" y="1989138"/>
                </a:lnTo>
                <a:lnTo>
                  <a:pt x="2275119" y="2057400"/>
                </a:lnTo>
                <a:lnTo>
                  <a:pt x="2271944" y="2125663"/>
                </a:lnTo>
                <a:lnTo>
                  <a:pt x="2265594" y="2185988"/>
                </a:lnTo>
                <a:lnTo>
                  <a:pt x="2254482" y="2238375"/>
                </a:lnTo>
                <a:lnTo>
                  <a:pt x="2238607" y="2284413"/>
                </a:lnTo>
                <a:lnTo>
                  <a:pt x="2222732" y="2325688"/>
                </a:lnTo>
                <a:lnTo>
                  <a:pt x="2206857" y="2362200"/>
                </a:lnTo>
                <a:lnTo>
                  <a:pt x="2187807" y="2400300"/>
                </a:lnTo>
                <a:lnTo>
                  <a:pt x="2168757" y="2438400"/>
                </a:lnTo>
                <a:lnTo>
                  <a:pt x="2149707" y="2474913"/>
                </a:lnTo>
                <a:lnTo>
                  <a:pt x="2133832" y="2516188"/>
                </a:lnTo>
                <a:lnTo>
                  <a:pt x="2119544" y="2562225"/>
                </a:lnTo>
                <a:lnTo>
                  <a:pt x="2108432" y="2614613"/>
                </a:lnTo>
                <a:lnTo>
                  <a:pt x="2100494" y="2674938"/>
                </a:lnTo>
                <a:lnTo>
                  <a:pt x="2098907" y="2743200"/>
                </a:lnTo>
                <a:lnTo>
                  <a:pt x="2100494" y="2811463"/>
                </a:lnTo>
                <a:lnTo>
                  <a:pt x="2108432" y="2871788"/>
                </a:lnTo>
                <a:lnTo>
                  <a:pt x="2119544" y="2924175"/>
                </a:lnTo>
                <a:lnTo>
                  <a:pt x="2133832" y="2970213"/>
                </a:lnTo>
                <a:lnTo>
                  <a:pt x="2149707" y="3011488"/>
                </a:lnTo>
                <a:lnTo>
                  <a:pt x="2168757" y="3048000"/>
                </a:lnTo>
                <a:lnTo>
                  <a:pt x="2187807" y="3086100"/>
                </a:lnTo>
                <a:lnTo>
                  <a:pt x="2206857" y="3124200"/>
                </a:lnTo>
                <a:lnTo>
                  <a:pt x="2222732" y="3160713"/>
                </a:lnTo>
                <a:lnTo>
                  <a:pt x="2238607" y="3201988"/>
                </a:lnTo>
                <a:lnTo>
                  <a:pt x="2254482" y="3248025"/>
                </a:lnTo>
                <a:lnTo>
                  <a:pt x="2265594" y="3300413"/>
                </a:lnTo>
                <a:lnTo>
                  <a:pt x="2271944" y="3360738"/>
                </a:lnTo>
                <a:lnTo>
                  <a:pt x="2275119" y="3427413"/>
                </a:lnTo>
                <a:lnTo>
                  <a:pt x="2271944" y="3497263"/>
                </a:lnTo>
                <a:lnTo>
                  <a:pt x="2265594" y="3557588"/>
                </a:lnTo>
                <a:lnTo>
                  <a:pt x="2254482" y="3609975"/>
                </a:lnTo>
                <a:lnTo>
                  <a:pt x="2238607" y="3656013"/>
                </a:lnTo>
                <a:lnTo>
                  <a:pt x="2222732" y="3697288"/>
                </a:lnTo>
                <a:lnTo>
                  <a:pt x="2206857" y="3733800"/>
                </a:lnTo>
                <a:lnTo>
                  <a:pt x="2187807" y="3771900"/>
                </a:lnTo>
                <a:lnTo>
                  <a:pt x="2168757" y="3810000"/>
                </a:lnTo>
                <a:lnTo>
                  <a:pt x="2149707" y="3846513"/>
                </a:lnTo>
                <a:lnTo>
                  <a:pt x="2133832" y="3887788"/>
                </a:lnTo>
                <a:lnTo>
                  <a:pt x="2119544" y="3933825"/>
                </a:lnTo>
                <a:lnTo>
                  <a:pt x="2108432" y="3986213"/>
                </a:lnTo>
                <a:lnTo>
                  <a:pt x="2100494" y="4046538"/>
                </a:lnTo>
                <a:lnTo>
                  <a:pt x="2098907" y="4114800"/>
                </a:lnTo>
                <a:lnTo>
                  <a:pt x="2100494" y="4183063"/>
                </a:lnTo>
                <a:lnTo>
                  <a:pt x="2108432" y="4243388"/>
                </a:lnTo>
                <a:lnTo>
                  <a:pt x="2119544" y="4295775"/>
                </a:lnTo>
                <a:lnTo>
                  <a:pt x="2133832" y="4341813"/>
                </a:lnTo>
                <a:lnTo>
                  <a:pt x="2149707" y="4383088"/>
                </a:lnTo>
                <a:lnTo>
                  <a:pt x="2168757" y="4419600"/>
                </a:lnTo>
                <a:lnTo>
                  <a:pt x="2206857" y="4495800"/>
                </a:lnTo>
                <a:lnTo>
                  <a:pt x="2222732" y="4532313"/>
                </a:lnTo>
                <a:lnTo>
                  <a:pt x="2238607" y="4573588"/>
                </a:lnTo>
                <a:lnTo>
                  <a:pt x="2254482" y="4619625"/>
                </a:lnTo>
                <a:lnTo>
                  <a:pt x="2265594" y="4672013"/>
                </a:lnTo>
                <a:lnTo>
                  <a:pt x="2271944" y="4732338"/>
                </a:lnTo>
                <a:lnTo>
                  <a:pt x="2275119" y="4800600"/>
                </a:lnTo>
                <a:lnTo>
                  <a:pt x="2271944" y="4868863"/>
                </a:lnTo>
                <a:lnTo>
                  <a:pt x="2265594" y="4929188"/>
                </a:lnTo>
                <a:lnTo>
                  <a:pt x="2254482" y="4981575"/>
                </a:lnTo>
                <a:lnTo>
                  <a:pt x="2238607" y="5027613"/>
                </a:lnTo>
                <a:lnTo>
                  <a:pt x="2222732" y="5068888"/>
                </a:lnTo>
                <a:lnTo>
                  <a:pt x="2206857" y="5105400"/>
                </a:lnTo>
                <a:lnTo>
                  <a:pt x="2187807" y="5143500"/>
                </a:lnTo>
                <a:lnTo>
                  <a:pt x="2168757" y="5181600"/>
                </a:lnTo>
                <a:lnTo>
                  <a:pt x="2149707" y="5218113"/>
                </a:lnTo>
                <a:lnTo>
                  <a:pt x="2133832" y="5259388"/>
                </a:lnTo>
                <a:lnTo>
                  <a:pt x="2119544" y="5305425"/>
                </a:lnTo>
                <a:lnTo>
                  <a:pt x="2108432" y="5357813"/>
                </a:lnTo>
                <a:lnTo>
                  <a:pt x="2100494" y="5418138"/>
                </a:lnTo>
                <a:lnTo>
                  <a:pt x="2098907" y="5486400"/>
                </a:lnTo>
                <a:lnTo>
                  <a:pt x="2100494" y="5554663"/>
                </a:lnTo>
                <a:lnTo>
                  <a:pt x="2108432" y="5614988"/>
                </a:lnTo>
                <a:lnTo>
                  <a:pt x="2119544" y="5667375"/>
                </a:lnTo>
                <a:lnTo>
                  <a:pt x="2133832" y="5713413"/>
                </a:lnTo>
                <a:lnTo>
                  <a:pt x="2149707" y="5754688"/>
                </a:lnTo>
                <a:lnTo>
                  <a:pt x="2168757" y="5791200"/>
                </a:lnTo>
                <a:lnTo>
                  <a:pt x="2187807" y="5829300"/>
                </a:lnTo>
                <a:lnTo>
                  <a:pt x="2206857" y="5867400"/>
                </a:lnTo>
                <a:lnTo>
                  <a:pt x="2222732" y="5903913"/>
                </a:lnTo>
                <a:lnTo>
                  <a:pt x="2238607" y="5945188"/>
                </a:lnTo>
                <a:lnTo>
                  <a:pt x="2254482" y="5991225"/>
                </a:lnTo>
                <a:lnTo>
                  <a:pt x="2265594" y="6043613"/>
                </a:lnTo>
                <a:lnTo>
                  <a:pt x="2271944" y="6103938"/>
                </a:lnTo>
                <a:lnTo>
                  <a:pt x="2275119" y="6172200"/>
                </a:lnTo>
                <a:lnTo>
                  <a:pt x="2271944" y="6240463"/>
                </a:lnTo>
                <a:lnTo>
                  <a:pt x="2265594" y="6300788"/>
                </a:lnTo>
                <a:lnTo>
                  <a:pt x="2254482" y="6353175"/>
                </a:lnTo>
                <a:lnTo>
                  <a:pt x="2238607" y="6399213"/>
                </a:lnTo>
                <a:lnTo>
                  <a:pt x="2222732" y="6440488"/>
                </a:lnTo>
                <a:lnTo>
                  <a:pt x="2206857" y="6477000"/>
                </a:lnTo>
                <a:lnTo>
                  <a:pt x="2187807" y="6515100"/>
                </a:lnTo>
                <a:lnTo>
                  <a:pt x="2168757" y="6553200"/>
                </a:lnTo>
                <a:lnTo>
                  <a:pt x="2149707" y="6589713"/>
                </a:lnTo>
                <a:lnTo>
                  <a:pt x="2133832" y="6630988"/>
                </a:lnTo>
                <a:lnTo>
                  <a:pt x="2119544" y="6677025"/>
                </a:lnTo>
                <a:lnTo>
                  <a:pt x="2108432" y="6729413"/>
                </a:lnTo>
                <a:lnTo>
                  <a:pt x="2100494" y="6789738"/>
                </a:lnTo>
                <a:lnTo>
                  <a:pt x="2098907" y="6858000"/>
                </a:lnTo>
                <a:lnTo>
                  <a:pt x="1556068" y="6858000"/>
                </a:lnTo>
                <a:lnTo>
                  <a:pt x="138929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3AE1F77-1EC8-47BA-A381-B6618A2FC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0F6ADD-2E94-EE9F-2786-B5D43FA26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178528"/>
            <a:ext cx="8534400" cy="32986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b="1" cap="all" spc="400" dirty="0"/>
              <a:t>status codes communicates class of failure</a:t>
            </a:r>
          </a:p>
          <a:p>
            <a:pPr marL="0" indent="0">
              <a:buNone/>
            </a:pPr>
            <a:endParaRPr lang="en-US" b="1" cap="all" spc="400" dirty="0"/>
          </a:p>
          <a:p>
            <a:pPr marL="0" indent="0">
              <a:buNone/>
            </a:pPr>
            <a:r>
              <a:rPr lang="en-US" b="1" cap="all" spc="400" dirty="0"/>
              <a:t>400: FIX REQUEST</a:t>
            </a:r>
          </a:p>
          <a:p>
            <a:pPr marL="0" indent="0">
              <a:buNone/>
            </a:pPr>
            <a:r>
              <a:rPr lang="en-US" b="1" cap="all" spc="400" dirty="0"/>
              <a:t>401: AUTHENTICATE</a:t>
            </a:r>
          </a:p>
          <a:p>
            <a:pPr marL="0" indent="0">
              <a:buNone/>
            </a:pPr>
            <a:r>
              <a:rPr lang="en-US" b="1" cap="all" spc="400" dirty="0"/>
              <a:t>429: BACK OFF (RATE LIMIT)</a:t>
            </a:r>
          </a:p>
          <a:p>
            <a:pPr marL="0" indent="0">
              <a:buNone/>
            </a:pPr>
            <a:r>
              <a:rPr lang="en-US" b="1" cap="all" spc="400" dirty="0"/>
              <a:t>500: RETRY</a:t>
            </a:r>
          </a:p>
        </p:txBody>
      </p:sp>
    </p:spTree>
    <p:extLst>
      <p:ext uri="{BB962C8B-B14F-4D97-AF65-F5344CB8AC3E}">
        <p14:creationId xmlns:p14="http://schemas.microsoft.com/office/powerpoint/2010/main" val="2577627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6">
            <a:extLst>
              <a:ext uri="{FF2B5EF4-FFF2-40B4-BE49-F238E27FC236}">
                <a16:creationId xmlns:a16="http://schemas.microsoft.com/office/drawing/2014/main" id="{B217C2AD-51B4-40CE-A71F-F5D3F846D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1BF92E-23CF-4BFE-9E1F-C359BACF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33DFEFC0-99B4-4D27-9168-1B2F659A3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2C20081-2005-4B05-BEA4-EB8D4C90A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12757-D5AB-ED18-2EDC-3DEA1223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23" y="5449151"/>
            <a:ext cx="10318418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spc="800" dirty="0">
                <a:solidFill>
                  <a:srgbClr val="2A1A00"/>
                </a:solidFill>
              </a:rPr>
              <a:t>MEANINGFUL STATUS CODES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3531DF-78FE-57CB-79FA-F3B0DF11A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524" y="5979196"/>
            <a:ext cx="10318416" cy="396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cap="all" spc="400" dirty="0">
                <a:solidFill>
                  <a:srgbClr val="FFFFFF"/>
                </a:solidFill>
              </a:rPr>
              <a:t>STATUS CODES DO NOT COMMUNICATE DETAILS</a:t>
            </a:r>
          </a:p>
        </p:txBody>
      </p:sp>
      <p:pic>
        <p:nvPicPr>
          <p:cNvPr id="5" name="Content Placeholder 4" descr="A close-up of a person&#10;&#10;AI-generated content may be incorrect.">
            <a:extLst>
              <a:ext uri="{FF2B5EF4-FFF2-40B4-BE49-F238E27FC236}">
                <a16:creationId xmlns:a16="http://schemas.microsoft.com/office/drawing/2014/main" id="{FFDA7388-17B5-E254-0700-FF9FF011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340" y="643467"/>
            <a:ext cx="6979319" cy="392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4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25084-F802-63BE-ECDA-1AF8C757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6">
            <a:extLst>
              <a:ext uri="{FF2B5EF4-FFF2-40B4-BE49-F238E27FC236}">
                <a16:creationId xmlns:a16="http://schemas.microsoft.com/office/drawing/2014/main" id="{B8A75049-B3DE-F947-0B64-AE82A547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8BBCBE4-98AB-0FC2-BFB1-CA9324C5D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70ABF6D4-E588-EFB7-C74A-D891320A8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3220C94-9B18-98C9-3861-FC44CB1FE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8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A55BF-4E93-9A63-AE85-436B5D2B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23" y="5449151"/>
            <a:ext cx="10318418" cy="5238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spc="800" dirty="0">
                <a:solidFill>
                  <a:srgbClr val="2A1A00"/>
                </a:solidFill>
              </a:rPr>
              <a:t>COMMUNICATING DETAILS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E2FB8D-117F-3B5A-8E75-D65178730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524" y="5979196"/>
            <a:ext cx="10318416" cy="3964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cap="all" spc="400" dirty="0">
                <a:solidFill>
                  <a:srgbClr val="FFFFFF"/>
                </a:solidFill>
              </a:rPr>
              <a:t>PROVIDE CONTEXT TO ALLOW CLIENT TO REACT</a:t>
            </a:r>
          </a:p>
        </p:txBody>
      </p:sp>
      <p:pic>
        <p:nvPicPr>
          <p:cNvPr id="4" name="Picture 3" descr="A black rectangular sign with green text&#10;&#10;AI-generated content may be incorrect.">
            <a:extLst>
              <a:ext uri="{FF2B5EF4-FFF2-40B4-BE49-F238E27FC236}">
                <a16:creationId xmlns:a16="http://schemas.microsoft.com/office/drawing/2014/main" id="{67FB9EA7-9594-22D4-B979-F22A63C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54365"/>
            <a:ext cx="7772400" cy="293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1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60FE1-BE09-72EB-CBE1-2DE08D31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4303-D12B-BA66-010D-579E0D9F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spc="800" dirty="0"/>
              <a:t>COMMUNICATION DETAILS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72690E-26DF-5FE3-4B06-9BC08F700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Tx/>
              <a:buChar char="-"/>
            </a:pPr>
            <a:r>
              <a:rPr lang="en-US" b="1" cap="all" spc="400" dirty="0"/>
              <a:t>Server down?</a:t>
            </a:r>
          </a:p>
          <a:p>
            <a:pPr>
              <a:buFontTx/>
              <a:buChar char="-"/>
            </a:pPr>
            <a:r>
              <a:rPr lang="en-US" b="1" cap="all" spc="400" dirty="0"/>
              <a:t>Should Retry?</a:t>
            </a:r>
          </a:p>
          <a:p>
            <a:pPr>
              <a:buFontTx/>
              <a:buChar char="-"/>
            </a:pPr>
            <a:r>
              <a:rPr lang="en-US" b="1" cap="all" spc="400" dirty="0"/>
              <a:t>Was request invalid?</a:t>
            </a:r>
          </a:p>
          <a:p>
            <a:pPr>
              <a:buFontTx/>
              <a:buChar char="-"/>
            </a:pPr>
            <a:r>
              <a:rPr lang="en-US" b="1" cap="all" spc="400" dirty="0"/>
              <a:t>Who’s the admin?</a:t>
            </a:r>
          </a:p>
        </p:txBody>
      </p:sp>
      <p:pic>
        <p:nvPicPr>
          <p:cNvPr id="5" name="Picture 4" descr="A baby standing in front of a table&#10;&#10;AI-generated content may be incorrect.">
            <a:extLst>
              <a:ext uri="{FF2B5EF4-FFF2-40B4-BE49-F238E27FC236}">
                <a16:creationId xmlns:a16="http://schemas.microsoft.com/office/drawing/2014/main" id="{343277AB-DA06-4A63-C388-90F8895C6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992"/>
          <a:stretch>
            <a:fillRect/>
          </a:stretch>
        </p:blipFill>
        <p:spPr>
          <a:xfrm>
            <a:off x="6096000" y="580713"/>
            <a:ext cx="5414304" cy="5407737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6598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8B551-F5F5-ED5B-1BA1-353D9BF6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55FD-8A98-FA24-5AB3-74E36C31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100" spc="800"/>
              <a:t>COMMUNICATION DETAILS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0E7CAA-B868-E11A-BF58-2E0AAFE82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Tx/>
              <a:buChar char="-"/>
            </a:pPr>
            <a:r>
              <a:rPr lang="en-US" b="1" cap="all" spc="400">
                <a:solidFill>
                  <a:schemeClr val="tx1"/>
                </a:solidFill>
              </a:rPr>
              <a:t>No consistency</a:t>
            </a:r>
          </a:p>
          <a:p>
            <a:pPr>
              <a:buFontTx/>
              <a:buChar char="-"/>
            </a:pPr>
            <a:r>
              <a:rPr lang="en-US" b="1" cap="all" spc="400">
                <a:solidFill>
                  <a:schemeClr val="tx1"/>
                </a:solidFill>
              </a:rPr>
              <a:t>Hard to parse, log and observe</a:t>
            </a:r>
          </a:p>
          <a:p>
            <a:pPr>
              <a:buFontTx/>
              <a:buChar char="-"/>
            </a:pPr>
            <a:r>
              <a:rPr lang="en-US" b="1" cap="all" spc="400">
                <a:solidFill>
                  <a:schemeClr val="tx1"/>
                </a:solidFill>
              </a:rPr>
              <a:t>Hard to build generic tooling</a:t>
            </a:r>
          </a:p>
        </p:txBody>
      </p:sp>
      <p:pic>
        <p:nvPicPr>
          <p:cNvPr id="4" name="Picture 3" descr="A person in a garment&#10;&#10;AI-generated content may be incorrect.">
            <a:extLst>
              <a:ext uri="{FF2B5EF4-FFF2-40B4-BE49-F238E27FC236}">
                <a16:creationId xmlns:a16="http://schemas.microsoft.com/office/drawing/2014/main" id="{FA2BC412-92B9-4BED-0F86-4E339768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1707920"/>
            <a:ext cx="5176744" cy="346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597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77</TotalTime>
  <Words>88</Words>
  <Application>Microsoft Macintosh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Impact</vt:lpstr>
      <vt:lpstr>Badge</vt:lpstr>
      <vt:lpstr>Designing reliable api</vt:lpstr>
      <vt:lpstr>FAILED SUCCESSFULLY</vt:lpstr>
      <vt:lpstr>MEANINGFUL STATUS CODES</vt:lpstr>
      <vt:lpstr>MEANINGFUL STATUS CODES</vt:lpstr>
      <vt:lpstr>COMMUNICATING DETAILS</vt:lpstr>
      <vt:lpstr>COMMUNICATION DETAILS</vt:lpstr>
      <vt:lpstr>COMMUNICATION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Solomzi Jikani</dc:creator>
  <cp:lastModifiedBy>Solomzi Jikani</cp:lastModifiedBy>
  <cp:revision>2</cp:revision>
  <dcterms:created xsi:type="dcterms:W3CDTF">2026-03-13T16:04:59Z</dcterms:created>
  <dcterms:modified xsi:type="dcterms:W3CDTF">2026-03-13T17:22:35Z</dcterms:modified>
</cp:coreProperties>
</file>